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83" r:id="rId5"/>
  </p:sldMasterIdLst>
  <p:notesMasterIdLst>
    <p:notesMasterId r:id="rId23"/>
  </p:notesMasterIdLst>
  <p:handoutMasterIdLst>
    <p:handoutMasterId r:id="rId24"/>
  </p:handoutMasterIdLst>
  <p:sldIdLst>
    <p:sldId id="256" r:id="rId6"/>
    <p:sldId id="259" r:id="rId7"/>
    <p:sldId id="275" r:id="rId8"/>
    <p:sldId id="261" r:id="rId9"/>
    <p:sldId id="276" r:id="rId10"/>
    <p:sldId id="260" r:id="rId11"/>
    <p:sldId id="278" r:id="rId12"/>
    <p:sldId id="289" r:id="rId13"/>
    <p:sldId id="291" r:id="rId14"/>
    <p:sldId id="283" r:id="rId15"/>
    <p:sldId id="258" r:id="rId16"/>
    <p:sldId id="287" r:id="rId17"/>
    <p:sldId id="286" r:id="rId18"/>
    <p:sldId id="288" r:id="rId19"/>
    <p:sldId id="290" r:id="rId20"/>
    <p:sldId id="285" r:id="rId21"/>
    <p:sldId id="257"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2D5ABB26-0587-4C30-8999-92F81FD0307C}">
  <a:tblStyle styleId="{1855C301-2E48-4616-92C6-8471D0A9830A}" styleName="Capitolis">
    <a:wholeTbl>
      <a:tcTxStyle>
        <a:fontRef idx="minor"/>
        <a:schemeClr val="tx1"/>
      </a:tcTxStyle>
      <a:tcStyle>
        <a:tcBdr>
          <a:left>
            <a:ln>
              <a:noFill/>
            </a:ln>
          </a:left>
          <a:right>
            <a:ln>
              <a:noFill/>
            </a:ln>
          </a:right>
          <a:top>
            <a:ln w="3175">
              <a:solidFill>
                <a:schemeClr val="tx1"/>
              </a:solidFill>
            </a:ln>
          </a:top>
          <a:bottom>
            <a:ln w="3175">
              <a:solidFill>
                <a:schemeClr val="tx1"/>
              </a:solidFill>
            </a:ln>
          </a:bottom>
          <a:insideH>
            <a:ln w="3175">
              <a:solidFill>
                <a:schemeClr val="tx1"/>
              </a:solidFill>
            </a:ln>
          </a:insideH>
          <a:insideV>
            <a:ln>
              <a:noFill/>
            </a:ln>
          </a:insideV>
        </a:tcBdr>
        <a:fill>
          <a:noFill/>
        </a:fill>
      </a:tcStyle>
    </a:wholeTbl>
    <a:band2H>
      <a:tcStyle>
        <a:tcBdr/>
        <a:fill>
          <a:solidFill>
            <a:schemeClr val="bg2"/>
          </a:solidFill>
        </a:fill>
      </a:tcStyle>
    </a:band2H>
    <a:lastCol>
      <a:tcTxStyle>
        <a:fontRef idx="major"/>
      </a:tcTxStyle>
      <a:tcStyle>
        <a:tcBdr/>
      </a:tcStyle>
    </a:lastCol>
    <a:firstCol>
      <a:tcTxStyle>
        <a:fontRef idx="major"/>
      </a:tcTxStyle>
      <a:tcStyle>
        <a:tcBdr/>
      </a:tcStyle>
    </a:firstCol>
    <a:lastRow>
      <a:tcTxStyle>
        <a:fontRef idx="major"/>
      </a:tcTxStyle>
      <a:tcStyle>
        <a:tcBdr>
          <a:top>
            <a:ln w="12700">
              <a:solidFill>
                <a:schemeClr val="tx1"/>
              </a:solidFill>
            </a:ln>
          </a:top>
          <a:bottom>
            <a:ln>
              <a:noFill/>
            </a:ln>
          </a:bottom>
        </a:tcBdr>
      </a:tcStyle>
    </a:lastRow>
    <a:firstRow>
      <a:tcTxStyle>
        <a:fontRef idx="major"/>
      </a:tcTxStyle>
      <a:tcStyle>
        <a:tcBdr>
          <a:top>
            <a:ln>
              <a:noFill/>
            </a:ln>
          </a:top>
          <a:bottom>
            <a:ln w="12700">
              <a:solidFill>
                <a:schemeClr val="accent1"/>
              </a:solidFill>
            </a:ln>
          </a:bottom>
        </a:tcBdr>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000" autoAdjust="0"/>
    <p:restoredTop sz="94658"/>
  </p:normalViewPr>
  <p:slideViewPr>
    <p:cSldViewPr snapToGrid="0">
      <p:cViewPr varScale="1">
        <p:scale>
          <a:sx n="70" d="100"/>
          <a:sy n="70" d="100"/>
        </p:scale>
        <p:origin x="344" y="52"/>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6.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handoutMaster" Target="handoutMasters/handoutMaster1.xml"/><Relationship Id="rId5" Type="http://schemas.openxmlformats.org/officeDocument/2006/relationships/slideMaster" Target="slideMasters/slideMaster1.xml"/><Relationship Id="rId15" Type="http://schemas.openxmlformats.org/officeDocument/2006/relationships/slide" Target="slides/slide10.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5.xml"/><Relationship Id="rId19" Type="http://schemas.openxmlformats.org/officeDocument/2006/relationships/slide" Target="slides/slide14.xml"/><Relationship Id="rId4" Type="http://schemas.openxmlformats.org/officeDocument/2006/relationships/customXml" Target="../customXml/item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ed Serby" userId="5aacad8a-60fb-4edf-a03d-f59dff01ca8e" providerId="ADAL" clId="{44DCB3BB-04F2-47BB-857D-5B8BE08C1A6C}"/>
    <pc:docChg chg="modSld">
      <pc:chgData name="Jed Serby" userId="5aacad8a-60fb-4edf-a03d-f59dff01ca8e" providerId="ADAL" clId="{44DCB3BB-04F2-47BB-857D-5B8BE08C1A6C}" dt="2026-08-18T20:28:48.562" v="6" actId="20577"/>
      <pc:docMkLst>
        <pc:docMk/>
      </pc:docMkLst>
      <pc:sldChg chg="modSp mod">
        <pc:chgData name="Jed Serby" userId="5aacad8a-60fb-4edf-a03d-f59dff01ca8e" providerId="ADAL" clId="{44DCB3BB-04F2-47BB-857D-5B8BE08C1A6C}" dt="2026-08-18T20:28:48.562" v="6" actId="20577"/>
        <pc:sldMkLst>
          <pc:docMk/>
          <pc:sldMk cId="2187633394" sldId="261"/>
        </pc:sldMkLst>
        <pc:spChg chg="mod">
          <ac:chgData name="Jed Serby" userId="5aacad8a-60fb-4edf-a03d-f59dff01ca8e" providerId="ADAL" clId="{44DCB3BB-04F2-47BB-857D-5B8BE08C1A6C}" dt="2026-08-18T20:28:48.562" v="6" actId="20577"/>
          <ac:spMkLst>
            <pc:docMk/>
            <pc:sldMk cId="2187633394" sldId="261"/>
            <ac:spMk id="6" creationId="{05F7532B-9F19-9D2B-74BB-0DEA46E00EAE}"/>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4B59164-916F-EEE9-5A22-5D4F1BCF0E4E}"/>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7FF422C3-B6C6-B087-FB57-3B087D5901F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0AE00B4-E6B7-0444-9BA6-188E8E804D1B}" type="datetimeFigureOut">
              <a:rPr lang="en-US" smtClean="0"/>
              <a:t>8/18/2026</a:t>
            </a:fld>
            <a:endParaRPr lang="en-US"/>
          </a:p>
        </p:txBody>
      </p:sp>
      <p:sp>
        <p:nvSpPr>
          <p:cNvPr id="4" name="Footer Placeholder 3">
            <a:extLst>
              <a:ext uri="{FF2B5EF4-FFF2-40B4-BE49-F238E27FC236}">
                <a16:creationId xmlns:a16="http://schemas.microsoft.com/office/drawing/2014/main" id="{44827D05-1A9F-0AEE-2565-9A9A2FA2A3D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0E8F1993-FB58-E03E-DD88-ACB458858E10}"/>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F3ED93CF-2729-EA44-AC80-A9E8718CB1B5}" type="slidenum">
              <a:rPr lang="en-US" smtClean="0"/>
              <a:t>‹#›</a:t>
            </a:fld>
            <a:endParaRPr lang="en-US"/>
          </a:p>
        </p:txBody>
      </p:sp>
    </p:spTree>
    <p:extLst>
      <p:ext uri="{BB962C8B-B14F-4D97-AF65-F5344CB8AC3E}">
        <p14:creationId xmlns:p14="http://schemas.microsoft.com/office/powerpoint/2010/main" val="62313881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4B58A91-7135-6445-93B5-0189D78C01D7}" type="datetimeFigureOut">
              <a:rPr lang="en-US" smtClean="0"/>
              <a:t>8/18/2026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0" tIns="0" rIns="0" bIns="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9C534EB-718F-2C45-890F-E45218D80D1C}" type="slidenum">
              <a:rPr lang="en-US" smtClean="0"/>
              <a:t>‹#›</a:t>
            </a:fld>
            <a:endParaRPr lang="en-US"/>
          </a:p>
        </p:txBody>
      </p:sp>
    </p:spTree>
    <p:extLst>
      <p:ext uri="{BB962C8B-B14F-4D97-AF65-F5344CB8AC3E}">
        <p14:creationId xmlns:p14="http://schemas.microsoft.com/office/powerpoint/2010/main" val="2653830731"/>
      </p:ext>
    </p:extLst>
  </p:cSld>
  <p:clrMap bg1="lt1" tx1="dk1" bg2="lt2" tx2="dk2" accent1="accent1" accent2="accent2" accent3="accent3" accent4="accent4" accent5="accent5" accent6="accent6" hlink="hlink" folHlink="folHlink"/>
  <p:notesStyle>
    <a:lvl1pPr marL="182880" indent="-182880" algn="l" defTabSz="914400" rtl="0" eaLnBrk="1" latinLnBrk="0" hangingPunct="1">
      <a:buFont typeface="Franklin Gothic Book" panose="020B0503020102020204" pitchFamily="34" charset="0"/>
      <a:buChar char="•"/>
      <a:defRPr sz="1200" kern="1200">
        <a:solidFill>
          <a:schemeClr val="tx1"/>
        </a:solidFill>
        <a:latin typeface="+mn-lt"/>
        <a:ea typeface="+mn-ea"/>
        <a:cs typeface="+mn-cs"/>
      </a:defRPr>
    </a:lvl1pPr>
    <a:lvl2pPr marL="365760" indent="-182880" algn="l" defTabSz="914400" rtl="0" eaLnBrk="1" latinLnBrk="0" hangingPunct="1">
      <a:buFont typeface="Franklin Gothic Book" panose="020B0503020102020204" pitchFamily="34" charset="0"/>
      <a:buChar char="—"/>
      <a:defRPr sz="1200" kern="1200">
        <a:solidFill>
          <a:schemeClr val="tx1"/>
        </a:solidFill>
        <a:latin typeface="+mn-lt"/>
        <a:ea typeface="+mn-ea"/>
        <a:cs typeface="+mn-cs"/>
      </a:defRPr>
    </a:lvl2pPr>
    <a:lvl3pPr marL="548640" indent="-182880" algn="l" defTabSz="914400" rtl="0" eaLnBrk="1" latinLnBrk="0" hangingPunct="1">
      <a:buFont typeface="Franklin Gothic Book" panose="020B0503020102020204" pitchFamily="34" charset="0"/>
      <a:buChar char="—"/>
      <a:defRPr sz="1200" kern="1200">
        <a:solidFill>
          <a:schemeClr val="tx1"/>
        </a:solidFill>
        <a:latin typeface="+mn-lt"/>
        <a:ea typeface="+mn-ea"/>
        <a:cs typeface="+mn-cs"/>
      </a:defRPr>
    </a:lvl3pPr>
    <a:lvl4pPr marL="731520" indent="-182880" algn="l" defTabSz="914400" rtl="0" eaLnBrk="1" latinLnBrk="0" hangingPunct="1">
      <a:buFont typeface="Franklin Gothic Book" panose="020B0503020102020204" pitchFamily="34" charset="0"/>
      <a:buChar char="—"/>
      <a:defRPr sz="1200" kern="1200">
        <a:solidFill>
          <a:schemeClr val="tx1"/>
        </a:solidFill>
        <a:latin typeface="+mn-lt"/>
        <a:ea typeface="+mn-ea"/>
        <a:cs typeface="+mn-cs"/>
      </a:defRPr>
    </a:lvl4pPr>
    <a:lvl5pPr marL="914400" indent="-182880" algn="l" defTabSz="914400" rtl="0" eaLnBrk="1" latinLnBrk="0" hangingPunct="1">
      <a:buFont typeface="Franklin Gothic Book" panose="020B0503020102020204" pitchFamily="34" charset="0"/>
      <a:buChar char="—"/>
      <a:defRPr sz="1200" kern="1200">
        <a:solidFill>
          <a:schemeClr val="tx1"/>
        </a:solidFill>
        <a:latin typeface="+mn-lt"/>
        <a:ea typeface="+mn-ea"/>
        <a:cs typeface="+mn-cs"/>
      </a:defRPr>
    </a:lvl5pPr>
    <a:lvl6pPr marL="1097280" indent="-182880" algn="l" defTabSz="914400" rtl="0" eaLnBrk="1" latinLnBrk="0" hangingPunct="1">
      <a:buFont typeface="Franklin Gothic Book" panose="020B0503020102020204" pitchFamily="34" charset="0"/>
      <a:buChar char="—"/>
      <a:defRPr sz="1200" kern="1200">
        <a:solidFill>
          <a:schemeClr val="tx1"/>
        </a:solidFill>
        <a:latin typeface="+mn-lt"/>
        <a:ea typeface="+mn-ea"/>
        <a:cs typeface="+mn-cs"/>
      </a:defRPr>
    </a:lvl6pPr>
    <a:lvl7pPr marL="1280160" indent="-182880" algn="l" defTabSz="914400" rtl="0" eaLnBrk="1" latinLnBrk="0" hangingPunct="1">
      <a:buFont typeface="Franklin Gothic Book" panose="020B0503020102020204" pitchFamily="34" charset="0"/>
      <a:buChar char="—"/>
      <a:defRPr sz="1200" kern="1200">
        <a:solidFill>
          <a:schemeClr val="tx1"/>
        </a:solidFill>
        <a:latin typeface="+mn-lt"/>
        <a:ea typeface="+mn-ea"/>
        <a:cs typeface="+mn-cs"/>
      </a:defRPr>
    </a:lvl7pPr>
    <a:lvl8pPr marL="1463040" indent="-182880" algn="l" defTabSz="914400" rtl="0" eaLnBrk="1" latinLnBrk="0" hangingPunct="1">
      <a:buFont typeface="Franklin Gothic Book" panose="020B0503020102020204" pitchFamily="34" charset="0"/>
      <a:buChar char="—"/>
      <a:defRPr sz="1200" kern="1200">
        <a:solidFill>
          <a:schemeClr val="tx1"/>
        </a:solidFill>
        <a:latin typeface="+mn-lt"/>
        <a:ea typeface="+mn-ea"/>
        <a:cs typeface="+mn-cs"/>
      </a:defRPr>
    </a:lvl8pPr>
    <a:lvl9pPr marL="1645920" indent="-182880" algn="l" defTabSz="914400" rtl="0" eaLnBrk="1" latinLnBrk="0" hangingPunct="1">
      <a:buFont typeface="Franklin Gothic Book" panose="020B0503020102020204" pitchFamily="34" charset="0"/>
      <a:buChar char="—"/>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609B5F-B9BF-0E7F-F3E8-2B0533076BD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62D774D-9B26-FBDC-F720-67CA4F15549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F87758C-877C-4E2A-6996-BDF71AC5275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F9540A2-F6AB-F846-7C0B-DA65A7054A10}"/>
              </a:ext>
            </a:extLst>
          </p:cNvPr>
          <p:cNvSpPr>
            <a:spLocks noGrp="1"/>
          </p:cNvSpPr>
          <p:nvPr>
            <p:ph type="sldNum" sz="quarter" idx="5"/>
          </p:nvPr>
        </p:nvSpPr>
        <p:spPr/>
        <p:txBody>
          <a:bodyPr/>
          <a:lstStyle/>
          <a:p>
            <a:fld id="{19C534EB-718F-2C45-890F-E45218D80D1C}" type="slidenum">
              <a:rPr lang="en-US" smtClean="0"/>
              <a:t>12</a:t>
            </a:fld>
            <a:endParaRPr lang="en-US"/>
          </a:p>
        </p:txBody>
      </p:sp>
    </p:spTree>
    <p:extLst>
      <p:ext uri="{BB962C8B-B14F-4D97-AF65-F5344CB8AC3E}">
        <p14:creationId xmlns:p14="http://schemas.microsoft.com/office/powerpoint/2010/main" val="47840763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9C534EB-718F-2C45-890F-E45218D80D1C}" type="slidenum">
              <a:rPr lang="en-US" smtClean="0"/>
              <a:t>13</a:t>
            </a:fld>
            <a:endParaRPr lang="en-US"/>
          </a:p>
        </p:txBody>
      </p:sp>
    </p:spTree>
    <p:extLst>
      <p:ext uri="{BB962C8B-B14F-4D97-AF65-F5344CB8AC3E}">
        <p14:creationId xmlns:p14="http://schemas.microsoft.com/office/powerpoint/2010/main" val="35360997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svg"/><Relationship Id="rId1" Type="http://schemas.openxmlformats.org/officeDocument/2006/relationships/slideMaster" Target="../slideMasters/slideMaster1.xml"/><Relationship Id="rId6" Type="http://schemas.openxmlformats.org/officeDocument/2006/relationships/image" Target="../media/image8.svg"/><Relationship Id="rId5" Type="http://schemas.openxmlformats.org/officeDocument/2006/relationships/image" Target="../media/image7.svg"/><Relationship Id="rId4" Type="http://schemas.openxmlformats.org/officeDocument/2006/relationships/image" Target="../media/image6.sv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svg"/><Relationship Id="rId1" Type="http://schemas.openxmlformats.org/officeDocument/2006/relationships/slideMaster" Target="../slideMasters/slideMaster1.xml"/><Relationship Id="rId5" Type="http://schemas.openxmlformats.org/officeDocument/2006/relationships/image" Target="../media/image7.svg"/><Relationship Id="rId4" Type="http://schemas.openxmlformats.org/officeDocument/2006/relationships/image" Target="../media/image6.svg"/></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svg"/><Relationship Id="rId1" Type="http://schemas.openxmlformats.org/officeDocument/2006/relationships/slideMaster" Target="../slideMasters/slideMaster1.xml"/><Relationship Id="rId4" Type="http://schemas.openxmlformats.org/officeDocument/2006/relationships/image" Target="../media/image6.sv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Slide White">
    <p:bg>
      <p:bgRef idx="1001">
        <a:schemeClr val="bg1"/>
      </p:bgRef>
    </p:bg>
    <p:spTree>
      <p:nvGrpSpPr>
        <p:cNvPr id="1" name=""/>
        <p:cNvGrpSpPr/>
        <p:nvPr/>
      </p:nvGrpSpPr>
      <p:grpSpPr>
        <a:xfrm>
          <a:off x="0" y="0"/>
          <a:ext cx="0" cy="0"/>
          <a:chOff x="0" y="0"/>
          <a:chExt cx="0" cy="0"/>
        </a:xfrm>
      </p:grpSpPr>
      <p:pic>
        <p:nvPicPr>
          <p:cNvPr id="6" name="Capitolis" descr="Capitolis">
            <a:extLst>
              <a:ext uri="{FF2B5EF4-FFF2-40B4-BE49-F238E27FC236}">
                <a16:creationId xmlns:a16="http://schemas.microsoft.com/office/drawing/2014/main" id="{2DF75CD3-6852-A017-0500-599BD0BACE9F}"/>
              </a:ext>
            </a:extLst>
          </p:cNvPr>
          <p:cNvPicPr>
            <a:picLocks noChangeAspect="1"/>
          </p:cNvPicPr>
          <p:nvPr/>
        </p:nvPicPr>
        <p:blipFill>
          <a:blip r:embed="rId2"/>
          <a:stretch>
            <a:fillRect/>
          </a:stretch>
        </p:blipFill>
        <p:spPr>
          <a:xfrm>
            <a:off x="457200" y="457200"/>
            <a:ext cx="1920240" cy="308966"/>
          </a:xfrm>
          <a:prstGeom prst="rect">
            <a:avLst/>
          </a:prstGeom>
        </p:spPr>
      </p:pic>
      <p:sp>
        <p:nvSpPr>
          <p:cNvPr id="12" name="Text Placeholder 1">
            <a:extLst>
              <a:ext uri="{FF2B5EF4-FFF2-40B4-BE49-F238E27FC236}">
                <a16:creationId xmlns:a16="http://schemas.microsoft.com/office/drawing/2014/main" id="{3E6A1473-6E1D-0513-235C-A34D3AB3D800}"/>
              </a:ext>
            </a:extLst>
          </p:cNvPr>
          <p:cNvSpPr>
            <a:spLocks noGrp="1"/>
          </p:cNvSpPr>
          <p:nvPr>
            <p:ph type="body" sz="quarter" idx="10" hasCustomPrompt="1"/>
          </p:nvPr>
        </p:nvSpPr>
        <p:spPr>
          <a:xfrm>
            <a:off x="457200" y="1691640"/>
            <a:ext cx="5522976" cy="182880"/>
          </a:xfrm>
        </p:spPr>
        <p:txBody>
          <a:bodyPr/>
          <a:lstStyle>
            <a:lvl1pPr marL="0" indent="0">
              <a:spcBef>
                <a:spcPts val="0"/>
              </a:spcBef>
              <a:buFontTx/>
              <a:buNone/>
              <a:defRPr sz="800" b="0" i="0" cap="all" baseline="0">
                <a:latin typeface="+mj-lt"/>
              </a:defRPr>
            </a:lvl1pPr>
            <a:lvl2pPr marL="0" indent="0">
              <a:spcBef>
                <a:spcPts val="0"/>
              </a:spcBef>
              <a:buFontTx/>
              <a:buNone/>
              <a:defRPr sz="800" b="0" i="0" cap="all" baseline="0">
                <a:latin typeface="+mj-lt"/>
              </a:defRPr>
            </a:lvl2pPr>
            <a:lvl3pPr marL="0" indent="0">
              <a:spcBef>
                <a:spcPts val="0"/>
              </a:spcBef>
              <a:buFontTx/>
              <a:buNone/>
              <a:defRPr sz="800" b="0" i="0" cap="all" baseline="0">
                <a:latin typeface="+mj-lt"/>
              </a:defRPr>
            </a:lvl3pPr>
            <a:lvl4pPr marL="0" indent="0">
              <a:spcBef>
                <a:spcPts val="0"/>
              </a:spcBef>
              <a:buFontTx/>
              <a:buNone/>
              <a:defRPr sz="800" b="0" i="0" cap="all" baseline="0">
                <a:latin typeface="+mj-lt"/>
              </a:defRPr>
            </a:lvl4pPr>
            <a:lvl5pPr marL="0" indent="0">
              <a:spcBef>
                <a:spcPts val="0"/>
              </a:spcBef>
              <a:buFontTx/>
              <a:buNone/>
              <a:defRPr sz="800" b="0" i="0" cap="all" baseline="0">
                <a:latin typeface="+mj-lt"/>
              </a:defRPr>
            </a:lvl5pPr>
            <a:lvl6pPr marL="0" indent="0">
              <a:spcBef>
                <a:spcPts val="0"/>
              </a:spcBef>
              <a:buFontTx/>
              <a:buNone/>
              <a:defRPr sz="800" b="0" i="0" cap="all" baseline="0">
                <a:latin typeface="+mj-lt"/>
              </a:defRPr>
            </a:lvl6pPr>
            <a:lvl7pPr marL="0" indent="0">
              <a:spcBef>
                <a:spcPts val="0"/>
              </a:spcBef>
              <a:buFontTx/>
              <a:buNone/>
              <a:defRPr sz="800" b="0" i="0" cap="all" baseline="0">
                <a:latin typeface="+mj-lt"/>
              </a:defRPr>
            </a:lvl7pPr>
            <a:lvl8pPr marL="0" indent="0">
              <a:spcBef>
                <a:spcPts val="0"/>
              </a:spcBef>
              <a:buFontTx/>
              <a:buNone/>
              <a:defRPr sz="800" b="0" i="0" cap="all" baseline="0">
                <a:latin typeface="+mj-lt"/>
              </a:defRPr>
            </a:lvl8pPr>
            <a:lvl9pPr marL="0" indent="0">
              <a:spcBef>
                <a:spcPts val="0"/>
              </a:spcBef>
              <a:buFontTx/>
              <a:buNone/>
              <a:defRPr sz="800" b="0" i="0" cap="all" baseline="0">
                <a:latin typeface="+mj-lt"/>
              </a:defRPr>
            </a:lvl9pPr>
          </a:lstStyle>
          <a:p>
            <a:pPr lvl="0"/>
            <a:r>
              <a:rPr lang="en-US"/>
              <a:t>[MONTH 00, 0000]</a:t>
            </a:r>
          </a:p>
        </p:txBody>
      </p:sp>
      <p:sp>
        <p:nvSpPr>
          <p:cNvPr id="2" name="Title 2">
            <a:extLst>
              <a:ext uri="{FF2B5EF4-FFF2-40B4-BE49-F238E27FC236}">
                <a16:creationId xmlns:a16="http://schemas.microsoft.com/office/drawing/2014/main" id="{44BF2242-D32E-643B-DEFF-F14712C59025}"/>
              </a:ext>
            </a:extLst>
          </p:cNvPr>
          <p:cNvSpPr>
            <a:spLocks noGrp="1"/>
          </p:cNvSpPr>
          <p:nvPr>
            <p:ph type="ctrTitle" hasCustomPrompt="1"/>
          </p:nvPr>
        </p:nvSpPr>
        <p:spPr>
          <a:xfrm>
            <a:off x="457200" y="1965959"/>
            <a:ext cx="5522976" cy="1005840"/>
          </a:xfrm>
        </p:spPr>
        <p:txBody>
          <a:bodyPr vert="horz" lIns="0" tIns="0" rIns="0" bIns="0" rtlCol="0" anchor="ctr" anchorCtr="0">
            <a:noAutofit/>
          </a:bodyPr>
          <a:lstStyle>
            <a:lvl1pPr>
              <a:defRPr lang="en-US" sz="3600"/>
            </a:lvl1pPr>
          </a:lstStyle>
          <a:p>
            <a:pPr lvl="0"/>
            <a:r>
              <a:rPr lang="en-US"/>
              <a:t>[Presentation title]</a:t>
            </a:r>
          </a:p>
        </p:txBody>
      </p:sp>
      <p:sp>
        <p:nvSpPr>
          <p:cNvPr id="3" name="Subtitle 3">
            <a:extLst>
              <a:ext uri="{FF2B5EF4-FFF2-40B4-BE49-F238E27FC236}">
                <a16:creationId xmlns:a16="http://schemas.microsoft.com/office/drawing/2014/main" id="{35D3F87F-4277-5327-3ABD-3D755AC92F71}"/>
              </a:ext>
            </a:extLst>
          </p:cNvPr>
          <p:cNvSpPr>
            <a:spLocks noGrp="1"/>
          </p:cNvSpPr>
          <p:nvPr>
            <p:ph type="subTitle" idx="1" hasCustomPrompt="1"/>
          </p:nvPr>
        </p:nvSpPr>
        <p:spPr>
          <a:xfrm>
            <a:off x="457200" y="3063240"/>
            <a:ext cx="5522976" cy="640080"/>
          </a:xfrm>
        </p:spPr>
        <p:txBody>
          <a:bodyPr>
            <a:noAutofit/>
          </a:bodyPr>
          <a:lstStyle>
            <a:lvl1pPr marL="0" indent="0" algn="l">
              <a:lnSpc>
                <a:spcPct val="100000"/>
              </a:lnSpc>
              <a:spcBef>
                <a:spcPts val="0"/>
              </a:spcBef>
              <a:buNone/>
              <a:defRPr sz="2000">
                <a:solidFill>
                  <a:schemeClr val="accent1"/>
                </a:solidFill>
              </a:defRPr>
            </a:lvl1pPr>
            <a:lvl2pPr marL="0" indent="0" algn="l">
              <a:lnSpc>
                <a:spcPct val="100000"/>
              </a:lnSpc>
              <a:spcBef>
                <a:spcPts val="0"/>
              </a:spcBef>
              <a:buNone/>
              <a:defRPr sz="2000">
                <a:solidFill>
                  <a:schemeClr val="accent1"/>
                </a:solidFill>
              </a:defRPr>
            </a:lvl2pPr>
            <a:lvl3pPr marL="0" indent="0" algn="l">
              <a:lnSpc>
                <a:spcPct val="100000"/>
              </a:lnSpc>
              <a:spcBef>
                <a:spcPts val="0"/>
              </a:spcBef>
              <a:buNone/>
              <a:defRPr sz="2000">
                <a:solidFill>
                  <a:schemeClr val="accent1"/>
                </a:solidFill>
              </a:defRPr>
            </a:lvl3pPr>
            <a:lvl4pPr marL="0" indent="0" algn="l">
              <a:lnSpc>
                <a:spcPct val="100000"/>
              </a:lnSpc>
              <a:spcBef>
                <a:spcPts val="0"/>
              </a:spcBef>
              <a:buNone/>
              <a:defRPr sz="2000">
                <a:solidFill>
                  <a:schemeClr val="accent1"/>
                </a:solidFill>
              </a:defRPr>
            </a:lvl4pPr>
            <a:lvl5pPr marL="0" indent="0" algn="l">
              <a:lnSpc>
                <a:spcPct val="100000"/>
              </a:lnSpc>
              <a:spcBef>
                <a:spcPts val="0"/>
              </a:spcBef>
              <a:buNone/>
              <a:defRPr sz="2000">
                <a:solidFill>
                  <a:schemeClr val="accent1"/>
                </a:solidFill>
              </a:defRPr>
            </a:lvl5pPr>
            <a:lvl6pPr marL="0" indent="0" algn="l">
              <a:lnSpc>
                <a:spcPct val="100000"/>
              </a:lnSpc>
              <a:spcBef>
                <a:spcPts val="0"/>
              </a:spcBef>
              <a:buNone/>
              <a:defRPr sz="2000">
                <a:solidFill>
                  <a:schemeClr val="accent1"/>
                </a:solidFill>
              </a:defRPr>
            </a:lvl6pPr>
            <a:lvl7pPr marL="0" indent="0" algn="l">
              <a:lnSpc>
                <a:spcPct val="100000"/>
              </a:lnSpc>
              <a:spcBef>
                <a:spcPts val="0"/>
              </a:spcBef>
              <a:buNone/>
              <a:defRPr sz="2000">
                <a:solidFill>
                  <a:schemeClr val="accent1"/>
                </a:solidFill>
              </a:defRPr>
            </a:lvl7pPr>
            <a:lvl8pPr marL="0" indent="0" algn="l">
              <a:lnSpc>
                <a:spcPct val="100000"/>
              </a:lnSpc>
              <a:spcBef>
                <a:spcPts val="0"/>
              </a:spcBef>
              <a:buNone/>
              <a:defRPr sz="2000">
                <a:solidFill>
                  <a:schemeClr val="accent1"/>
                </a:solidFill>
              </a:defRPr>
            </a:lvl8pPr>
            <a:lvl9pPr marL="0" indent="0" algn="l">
              <a:lnSpc>
                <a:spcPct val="100000"/>
              </a:lnSpc>
              <a:spcBef>
                <a:spcPts val="0"/>
              </a:spcBef>
              <a:buNone/>
              <a:defRPr sz="2000">
                <a:solidFill>
                  <a:schemeClr val="accent1"/>
                </a:solidFill>
              </a:defRPr>
            </a:lvl9pPr>
          </a:lstStyle>
          <a:p>
            <a:r>
              <a:rPr lang="en-US"/>
              <a:t>[Optional subtitle]</a:t>
            </a:r>
          </a:p>
        </p:txBody>
      </p:sp>
      <p:sp>
        <p:nvSpPr>
          <p:cNvPr id="16" name="Picture Placeholder 4">
            <a:extLst>
              <a:ext uri="{FF2B5EF4-FFF2-40B4-BE49-F238E27FC236}">
                <a16:creationId xmlns:a16="http://schemas.microsoft.com/office/drawing/2014/main" id="{584F18D3-ED52-EE97-18C8-E708A6613946}"/>
              </a:ext>
              <a:ext uri="{C183D7F6-B498-43B3-948B-1728B52AA6E4}">
                <adec:decorative xmlns:adec="http://schemas.microsoft.com/office/drawing/2017/decorative" val="1"/>
              </a:ext>
            </a:extLst>
          </p:cNvPr>
          <p:cNvSpPr>
            <a:spLocks noGrp="1" noChangeAspect="1"/>
          </p:cNvSpPr>
          <p:nvPr>
            <p:ph type="pic" sz="quarter" idx="11" hasCustomPrompt="1"/>
          </p:nvPr>
        </p:nvSpPr>
        <p:spPr>
          <a:xfrm>
            <a:off x="7086600" y="868680"/>
            <a:ext cx="4296521" cy="5120640"/>
          </a:xfrm>
          <a:custGeom>
            <a:avLst/>
            <a:gdLst>
              <a:gd name="connsiteX0" fmla="*/ 3242563 w 4303713"/>
              <a:gd name="connsiteY0" fmla="*/ 2649537 h 5129212"/>
              <a:gd name="connsiteX1" fmla="*/ 4303713 w 4303713"/>
              <a:gd name="connsiteY1" fmla="*/ 2649537 h 5129212"/>
              <a:gd name="connsiteX2" fmla="*/ 2422626 w 4303713"/>
              <a:gd name="connsiteY2" fmla="*/ 5129212 h 5129212"/>
              <a:gd name="connsiteX3" fmla="*/ 0 w 4303713"/>
              <a:gd name="connsiteY3" fmla="*/ 5129212 h 5129212"/>
              <a:gd name="connsiteX4" fmla="*/ 1532137 w 4303713"/>
              <a:gd name="connsiteY4" fmla="*/ 3454788 h 5129212"/>
              <a:gd name="connsiteX5" fmla="*/ 3242563 w 4303713"/>
              <a:gd name="connsiteY5" fmla="*/ 2649537 h 5129212"/>
              <a:gd name="connsiteX6" fmla="*/ 0 w 4303713"/>
              <a:gd name="connsiteY6" fmla="*/ 0 h 5129212"/>
              <a:gd name="connsiteX7" fmla="*/ 2422626 w 4303713"/>
              <a:gd name="connsiteY7" fmla="*/ 0 h 5129212"/>
              <a:gd name="connsiteX8" fmla="*/ 4303713 w 4303713"/>
              <a:gd name="connsiteY8" fmla="*/ 2479675 h 5129212"/>
              <a:gd name="connsiteX9" fmla="*/ 3242563 w 4303713"/>
              <a:gd name="connsiteY9" fmla="*/ 2479675 h 5129212"/>
              <a:gd name="connsiteX10" fmla="*/ 1532137 w 4303713"/>
              <a:gd name="connsiteY10" fmla="*/ 1674115 h 5129212"/>
              <a:gd name="connsiteX11" fmla="*/ 0 w 4303713"/>
              <a:gd name="connsiteY11" fmla="*/ 0 h 51292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303713" h="5129212">
                <a:moveTo>
                  <a:pt x="3242563" y="2649537"/>
                </a:moveTo>
                <a:lnTo>
                  <a:pt x="4303713" y="2649537"/>
                </a:lnTo>
                <a:lnTo>
                  <a:pt x="2422626" y="5129212"/>
                </a:lnTo>
                <a:lnTo>
                  <a:pt x="0" y="5129212"/>
                </a:lnTo>
                <a:cubicBezTo>
                  <a:pt x="0" y="5129212"/>
                  <a:pt x="885722" y="4042506"/>
                  <a:pt x="1532137" y="3454788"/>
                </a:cubicBezTo>
                <a:cubicBezTo>
                  <a:pt x="2005984" y="3024494"/>
                  <a:pt x="2461716" y="2649537"/>
                  <a:pt x="3242563" y="2649537"/>
                </a:cubicBezTo>
                <a:close/>
                <a:moveTo>
                  <a:pt x="0" y="0"/>
                </a:moveTo>
                <a:lnTo>
                  <a:pt x="2422626" y="0"/>
                </a:lnTo>
                <a:lnTo>
                  <a:pt x="4303713" y="2479675"/>
                </a:lnTo>
                <a:lnTo>
                  <a:pt x="3242563" y="2479675"/>
                </a:lnTo>
                <a:cubicBezTo>
                  <a:pt x="2461716" y="2479675"/>
                  <a:pt x="2005984" y="2104574"/>
                  <a:pt x="1532137" y="1674115"/>
                </a:cubicBezTo>
                <a:cubicBezTo>
                  <a:pt x="885722" y="1086170"/>
                  <a:pt x="0" y="0"/>
                  <a:pt x="0" y="0"/>
                </a:cubicBezTo>
                <a:close/>
              </a:path>
            </a:pathLst>
          </a:custGeom>
          <a:blipFill>
            <a:blip r:embed="rId3"/>
            <a:stretch>
              <a:fillRect/>
            </a:stretch>
          </a:blipFill>
        </p:spPr>
        <p:txBody>
          <a:bodyPr wrap="square" anchor="ctr" anchorCtr="0">
            <a:noAutofit/>
          </a:bodyPr>
          <a:lstStyle>
            <a:lvl1pPr marL="0" indent="0" algn="ctr">
              <a:spcBef>
                <a:spcPts val="0"/>
              </a:spcBef>
              <a:buFontTx/>
              <a:buNone/>
              <a:defRPr sz="900"/>
            </a:lvl1pPr>
          </a:lstStyle>
          <a:p>
            <a:r>
              <a:rPr lang="en-US"/>
              <a:t> </a:t>
            </a:r>
          </a:p>
        </p:txBody>
      </p:sp>
      <p:sp>
        <p:nvSpPr>
          <p:cNvPr id="4" name="Footer">
            <a:extLst>
              <a:ext uri="{FF2B5EF4-FFF2-40B4-BE49-F238E27FC236}">
                <a16:creationId xmlns:a16="http://schemas.microsoft.com/office/drawing/2014/main" id="{07BEC999-2167-6775-BA67-EE85F4A68087}"/>
              </a:ext>
            </a:extLst>
          </p:cNvPr>
          <p:cNvSpPr txBox="1"/>
          <p:nvPr/>
        </p:nvSpPr>
        <p:spPr>
          <a:xfrm>
            <a:off x="457200" y="6492240"/>
            <a:ext cx="5522976" cy="182880"/>
          </a:xfrm>
          <a:prstGeom prst="rect">
            <a:avLst/>
          </a:prstGeom>
          <a:noFill/>
        </p:spPr>
        <p:txBody>
          <a:bodyPr wrap="none" lIns="0" tIns="0" rIns="0" bIns="0" rtlCol="0" anchor="b" anchorCtr="0">
            <a:noAutofit/>
          </a:bodyPr>
          <a:lstStyle/>
          <a:p>
            <a:pPr marL="0" indent="0">
              <a:lnSpc>
                <a:spcPct val="100000"/>
              </a:lnSpc>
              <a:spcBef>
                <a:spcPts val="0"/>
              </a:spcBef>
              <a:buSzPct val="100000"/>
              <a:buFontTx/>
              <a:buNone/>
            </a:pPr>
            <a:r>
              <a:rPr lang="en-US" sz="700" cap="all" baseline="0">
                <a:solidFill>
                  <a:schemeClr val="tx1"/>
                </a:solidFill>
                <a:latin typeface="+mn-lt"/>
              </a:rPr>
              <a:t>CONFIDENTIAL AND PROPRIETARY</a:t>
            </a:r>
          </a:p>
        </p:txBody>
      </p:sp>
      <p:pic>
        <p:nvPicPr>
          <p:cNvPr id="5" name="Capitolis" descr="Capitolis">
            <a:extLst>
              <a:ext uri="{FF2B5EF4-FFF2-40B4-BE49-F238E27FC236}">
                <a16:creationId xmlns:a16="http://schemas.microsoft.com/office/drawing/2014/main" id="{960FA1A0-9399-FB11-13F4-D734612C6006}"/>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457200" y="457200"/>
            <a:ext cx="1920240" cy="308966"/>
          </a:xfrm>
          <a:prstGeom prst="rect">
            <a:avLst/>
          </a:prstGeom>
        </p:spPr>
      </p:pic>
      <p:pic>
        <p:nvPicPr>
          <p:cNvPr id="7" name="Capitolis" descr="Capitolis">
            <a:extLst>
              <a:ext uri="{FF2B5EF4-FFF2-40B4-BE49-F238E27FC236}">
                <a16:creationId xmlns:a16="http://schemas.microsoft.com/office/drawing/2014/main" id="{46094001-C0AC-23D0-0BEE-AD6A2CE4403D}"/>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457200" y="457200"/>
            <a:ext cx="1920240" cy="308966"/>
          </a:xfrm>
          <a:prstGeom prst="rect">
            <a:avLst/>
          </a:prstGeom>
        </p:spPr>
      </p:pic>
      <p:pic>
        <p:nvPicPr>
          <p:cNvPr id="9" name="Capitolis" descr="Capitolis">
            <a:extLst>
              <a:ext uri="{FF2B5EF4-FFF2-40B4-BE49-F238E27FC236}">
                <a16:creationId xmlns:a16="http://schemas.microsoft.com/office/drawing/2014/main" id="{F9CEEAE0-CDAF-21A6-109C-114276106405}"/>
              </a:ext>
            </a:extLst>
          </p:cNvPr>
          <p:cNvPicPr>
            <a:picLocks noChangeAspect="1"/>
          </p:cNvPicPr>
          <p:nvPr userDrawn="1"/>
        </p:nvPicPr>
        <p:blipFill>
          <a:blip r:embed="rId2"/>
          <a:stretch>
            <a:fillRect/>
          </a:stretch>
        </p:blipFill>
        <p:spPr>
          <a:xfrm>
            <a:off x="457200" y="457200"/>
            <a:ext cx="1920240" cy="308966"/>
          </a:xfrm>
          <a:prstGeom prst="rect">
            <a:avLst/>
          </a:prstGeom>
        </p:spPr>
      </p:pic>
    </p:spTree>
    <p:extLst>
      <p:ext uri="{BB962C8B-B14F-4D97-AF65-F5344CB8AC3E}">
        <p14:creationId xmlns:p14="http://schemas.microsoft.com/office/powerpoint/2010/main" val="293882386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3768" userDrawn="1">
          <p15:clr>
            <a:srgbClr val="A4A3A4"/>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s">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1E1F5392-3AB7-6C50-08FC-9B55E0928566}"/>
              </a:ext>
            </a:extLst>
          </p:cNvPr>
          <p:cNvSpPr>
            <a:spLocks noGrp="1"/>
          </p:cNvSpPr>
          <p:nvPr>
            <p:ph type="title" hasCustomPrompt="1"/>
          </p:nvPr>
        </p:nvSpPr>
        <p:spPr/>
        <p:txBody>
          <a:bodyPr/>
          <a:lstStyle/>
          <a:p>
            <a:r>
              <a:rPr lang="en-US"/>
              <a:t>[Slide title]</a:t>
            </a:r>
          </a:p>
        </p:txBody>
      </p:sp>
      <p:sp>
        <p:nvSpPr>
          <p:cNvPr id="12" name="Subtitle 2">
            <a:extLst>
              <a:ext uri="{FF2B5EF4-FFF2-40B4-BE49-F238E27FC236}">
                <a16:creationId xmlns:a16="http://schemas.microsoft.com/office/drawing/2014/main" id="{A31D4307-73AA-959D-9DB3-8DD4613DA318}"/>
              </a:ext>
            </a:extLst>
          </p:cNvPr>
          <p:cNvSpPr>
            <a:spLocks noGrp="1"/>
          </p:cNvSpPr>
          <p:nvPr>
            <p:ph type="subTitle" idx="13" hasCustomPrompt="1"/>
          </p:nvPr>
        </p:nvSpPr>
        <p:spPr>
          <a:xfrm>
            <a:off x="457199" y="960121"/>
            <a:ext cx="7443216" cy="687010"/>
          </a:xfrm>
        </p:spPr>
        <p:txBody>
          <a:bodyPr>
            <a:noAutofit/>
          </a:bodyPr>
          <a:lstStyle>
            <a:lvl1pPr marL="0" indent="0" algn="l">
              <a:lnSpc>
                <a:spcPct val="90000"/>
              </a:lnSpc>
              <a:spcBef>
                <a:spcPts val="0"/>
              </a:spcBef>
              <a:buNone/>
              <a:defRPr sz="2200">
                <a:solidFill>
                  <a:schemeClr val="accent1"/>
                </a:solidFill>
              </a:defRPr>
            </a:lvl1pPr>
            <a:lvl2pPr marL="0" indent="0" algn="l">
              <a:lnSpc>
                <a:spcPct val="90000"/>
              </a:lnSpc>
              <a:spcBef>
                <a:spcPts val="0"/>
              </a:spcBef>
              <a:buNone/>
              <a:defRPr sz="2200">
                <a:solidFill>
                  <a:schemeClr val="accent1"/>
                </a:solidFill>
              </a:defRPr>
            </a:lvl2pPr>
            <a:lvl3pPr marL="0" indent="0" algn="l">
              <a:lnSpc>
                <a:spcPct val="90000"/>
              </a:lnSpc>
              <a:spcBef>
                <a:spcPts val="0"/>
              </a:spcBef>
              <a:buNone/>
              <a:defRPr sz="2200">
                <a:solidFill>
                  <a:schemeClr val="accent1"/>
                </a:solidFill>
              </a:defRPr>
            </a:lvl3pPr>
            <a:lvl4pPr marL="0" indent="0" algn="l">
              <a:lnSpc>
                <a:spcPct val="90000"/>
              </a:lnSpc>
              <a:spcBef>
                <a:spcPts val="0"/>
              </a:spcBef>
              <a:buNone/>
              <a:defRPr sz="2200">
                <a:solidFill>
                  <a:schemeClr val="accent1"/>
                </a:solidFill>
              </a:defRPr>
            </a:lvl4pPr>
            <a:lvl5pPr marL="0" indent="0" algn="l">
              <a:lnSpc>
                <a:spcPct val="90000"/>
              </a:lnSpc>
              <a:spcBef>
                <a:spcPts val="0"/>
              </a:spcBef>
              <a:buNone/>
              <a:defRPr sz="2200">
                <a:solidFill>
                  <a:schemeClr val="accent1"/>
                </a:solidFill>
              </a:defRPr>
            </a:lvl5pPr>
            <a:lvl6pPr marL="0" indent="0" algn="l">
              <a:lnSpc>
                <a:spcPct val="90000"/>
              </a:lnSpc>
              <a:spcBef>
                <a:spcPts val="0"/>
              </a:spcBef>
              <a:buNone/>
              <a:defRPr sz="2200">
                <a:solidFill>
                  <a:schemeClr val="accent1"/>
                </a:solidFill>
              </a:defRPr>
            </a:lvl6pPr>
            <a:lvl7pPr marL="0" indent="0" algn="l">
              <a:lnSpc>
                <a:spcPct val="90000"/>
              </a:lnSpc>
              <a:spcBef>
                <a:spcPts val="0"/>
              </a:spcBef>
              <a:buNone/>
              <a:defRPr sz="2200">
                <a:solidFill>
                  <a:schemeClr val="accent1"/>
                </a:solidFill>
              </a:defRPr>
            </a:lvl7pPr>
            <a:lvl8pPr marL="0" indent="0" algn="l">
              <a:lnSpc>
                <a:spcPct val="90000"/>
              </a:lnSpc>
              <a:spcBef>
                <a:spcPts val="0"/>
              </a:spcBef>
              <a:buNone/>
              <a:defRPr sz="2200">
                <a:solidFill>
                  <a:schemeClr val="accent1"/>
                </a:solidFill>
              </a:defRPr>
            </a:lvl8pPr>
            <a:lvl9pPr marL="0" indent="0" algn="l">
              <a:lnSpc>
                <a:spcPct val="90000"/>
              </a:lnSpc>
              <a:spcBef>
                <a:spcPts val="0"/>
              </a:spcBef>
              <a:buNone/>
              <a:defRPr sz="2200">
                <a:solidFill>
                  <a:schemeClr val="accent1"/>
                </a:solidFill>
              </a:defRPr>
            </a:lvl9pPr>
          </a:lstStyle>
          <a:p>
            <a:r>
              <a:rPr lang="en-US"/>
              <a:t>[Optional subtitle]</a:t>
            </a:r>
          </a:p>
        </p:txBody>
      </p:sp>
      <p:sp>
        <p:nvSpPr>
          <p:cNvPr id="3" name="Content Placeholder 3">
            <a:extLst>
              <a:ext uri="{FF2B5EF4-FFF2-40B4-BE49-F238E27FC236}">
                <a16:creationId xmlns:a16="http://schemas.microsoft.com/office/drawing/2014/main" id="{3D665E9E-1EAE-D114-CE78-3D3D06522F45}"/>
              </a:ext>
            </a:extLst>
          </p:cNvPr>
          <p:cNvSpPr>
            <a:spLocks noGrp="1"/>
          </p:cNvSpPr>
          <p:nvPr>
            <p:ph idx="1"/>
          </p:nvPr>
        </p:nvSpPr>
        <p:spPr>
          <a:xfrm>
            <a:off x="457200" y="1965960"/>
            <a:ext cx="7443215" cy="4434840"/>
          </a:xfrm>
        </p:spPr>
        <p:txBody>
          <a:bodyPr/>
          <a:lstStyle>
            <a:lvl1pPr marL="342900" indent="-342900">
              <a:lnSpc>
                <a:spcPct val="90000"/>
              </a:lnSpc>
              <a:spcBef>
                <a:spcPts val="1200"/>
              </a:spcBef>
              <a:buFontTx/>
              <a:buNone/>
              <a:tabLst>
                <a:tab pos="5743575" algn="l"/>
              </a:tabLst>
              <a:defRPr lang="en-US" sz="1400" kern="1200" dirty="0">
                <a:solidFill>
                  <a:schemeClr val="tx1"/>
                </a:solidFill>
                <a:latin typeface="+mn-lt"/>
                <a:ea typeface="+mn-ea"/>
                <a:cs typeface="+mn-cs"/>
              </a:defRPr>
            </a:lvl1pPr>
            <a:lvl2pPr marL="344488" indent="-182563">
              <a:defRPr/>
            </a:lvl2pPr>
            <a:lvl3pPr marL="569913" indent="-182563">
              <a:defRPr/>
            </a:lvl3pPr>
            <a:lvl4pPr marL="742950" indent="-182563">
              <a:defRPr/>
            </a:lvl4pPr>
            <a:lvl5pPr marL="914400" indent="-182563">
              <a:tabLst/>
              <a:defRPr/>
            </a:lvl5pPr>
            <a:lvl6pPr marL="914400">
              <a:defRPr/>
            </a:lvl6pPr>
            <a:lvl7pPr marL="1097280">
              <a:defRPr/>
            </a:lvl7pPr>
            <a:lvl8pPr marL="1280160">
              <a:defRPr/>
            </a:lvl8pPr>
            <a:lvl9pPr marL="1463040">
              <a:defRPr/>
            </a:lvl9pPr>
          </a:lstStyle>
          <a:p>
            <a:pPr marL="182880" lvl="0" indent="-182880" algn="l" defTabSz="914400" rtl="0" eaLnBrk="1" latinLnBrk="0" hangingPunct="1">
              <a:lnSpc>
                <a:spcPct val="100000"/>
              </a:lnSpc>
              <a:spcBef>
                <a:spcPts val="900"/>
              </a:spcBef>
              <a:buFont typeface="Franklin Gothic Book" panose="020B0503020102020204" pitchFamily="34" charset="0"/>
              <a:buChar char="•"/>
            </a:pPr>
            <a:r>
              <a:rPr lang="en-US"/>
              <a:t>Click to edit Master text styles</a:t>
            </a:r>
          </a:p>
          <a:p>
            <a:pPr marL="182880" lvl="1" indent="-182880" algn="l" defTabSz="914400" rtl="0" eaLnBrk="1" latinLnBrk="0" hangingPunct="1">
              <a:lnSpc>
                <a:spcPct val="100000"/>
              </a:lnSpc>
              <a:spcBef>
                <a:spcPts val="900"/>
              </a:spcBef>
              <a:buFont typeface="Franklin Gothic Book" panose="020B0503020102020204" pitchFamily="34" charset="0"/>
              <a:buChar char="•"/>
            </a:pPr>
            <a:r>
              <a:rPr lang="en-US"/>
              <a:t>Second level</a:t>
            </a:r>
          </a:p>
          <a:p>
            <a:pPr marL="182880" lvl="2" indent="-182880" algn="l" defTabSz="914400" rtl="0" eaLnBrk="1" latinLnBrk="0" hangingPunct="1">
              <a:lnSpc>
                <a:spcPct val="100000"/>
              </a:lnSpc>
              <a:spcBef>
                <a:spcPts val="900"/>
              </a:spcBef>
              <a:buFont typeface="Franklin Gothic Book" panose="020B0503020102020204" pitchFamily="34" charset="0"/>
              <a:buChar char="•"/>
            </a:pPr>
            <a:r>
              <a:rPr lang="en-US"/>
              <a:t>Third level</a:t>
            </a:r>
          </a:p>
          <a:p>
            <a:pPr marL="182880" lvl="3" indent="-182880" algn="l" defTabSz="914400" rtl="0" eaLnBrk="1" latinLnBrk="0" hangingPunct="1">
              <a:lnSpc>
                <a:spcPct val="100000"/>
              </a:lnSpc>
              <a:spcBef>
                <a:spcPts val="900"/>
              </a:spcBef>
              <a:buFont typeface="Franklin Gothic Book" panose="020B0503020102020204" pitchFamily="34" charset="0"/>
              <a:buChar char="•"/>
            </a:pPr>
            <a:r>
              <a:rPr lang="en-US"/>
              <a:t>Fourth level</a:t>
            </a:r>
          </a:p>
          <a:p>
            <a:pPr marL="182880" lvl="4" indent="-182880" algn="l" defTabSz="914400" rtl="0" eaLnBrk="1" latinLnBrk="0" hangingPunct="1">
              <a:lnSpc>
                <a:spcPct val="100000"/>
              </a:lnSpc>
              <a:spcBef>
                <a:spcPts val="900"/>
              </a:spcBef>
              <a:buFont typeface="Franklin Gothic Book" panose="020B0503020102020204" pitchFamily="34" charset="0"/>
              <a:buChar char="•"/>
            </a:pPr>
            <a:r>
              <a:rPr lang="en-US"/>
              <a:t>Fifth level</a:t>
            </a:r>
          </a:p>
        </p:txBody>
      </p:sp>
    </p:spTree>
    <p:extLst>
      <p:ext uri="{BB962C8B-B14F-4D97-AF65-F5344CB8AC3E}">
        <p14:creationId xmlns:p14="http://schemas.microsoft.com/office/powerpoint/2010/main" val="22022412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1" pos="3908" userDrawn="1">
          <p15:clr>
            <a:srgbClr val="A4A3A4"/>
          </p15:clr>
        </p15:guide>
        <p15:guide id="12" pos="3768" userDrawn="1">
          <p15:clr>
            <a:srgbClr val="A4A3A4"/>
          </p15:clr>
        </p15:guide>
        <p15:guide id="13" pos="1354" userDrawn="1">
          <p15:clr>
            <a:srgbClr val="A4A3A4"/>
          </p15:clr>
        </p15:guide>
        <p15:guide id="14" pos="1498" userDrawn="1">
          <p15:clr>
            <a:srgbClr val="A4A3A4"/>
          </p15:clr>
        </p15:guide>
        <p15:guide id="15" pos="2558" userDrawn="1">
          <p15:clr>
            <a:srgbClr val="A4A3A4"/>
          </p15:clr>
        </p15:guide>
        <p15:guide id="16" pos="2702" userDrawn="1">
          <p15:clr>
            <a:srgbClr val="A4A3A4"/>
          </p15:clr>
        </p15:guide>
        <p15:guide id="17" pos="4978" userDrawn="1">
          <p15:clr>
            <a:srgbClr val="A4A3A4"/>
          </p15:clr>
        </p15:guide>
        <p15:guide id="18" pos="5122" userDrawn="1">
          <p15:clr>
            <a:srgbClr val="A4A3A4"/>
          </p15:clr>
        </p15:guide>
        <p15:guide id="19" pos="6182" userDrawn="1">
          <p15:clr>
            <a:srgbClr val="A4A3A4"/>
          </p15:clr>
        </p15:guide>
        <p15:guide id="20" pos="6326" userDrawn="1">
          <p15:clr>
            <a:srgbClr val="A4A3A4"/>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Header Larg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5DF526-66FA-7133-062C-1A2E77DBCFEE}"/>
              </a:ext>
            </a:extLst>
          </p:cNvPr>
          <p:cNvSpPr>
            <a:spLocks noGrp="1"/>
          </p:cNvSpPr>
          <p:nvPr>
            <p:ph type="title" hasCustomPrompt="1"/>
          </p:nvPr>
        </p:nvSpPr>
        <p:spPr>
          <a:xfrm>
            <a:off x="491523" y="1647691"/>
            <a:ext cx="7435849" cy="2789555"/>
          </a:xfrm>
        </p:spPr>
        <p:txBody>
          <a:bodyPr anchor="ctr" anchorCtr="0"/>
          <a:lstStyle>
            <a:lvl1pPr algn="l">
              <a:defRPr sz="7200"/>
            </a:lvl1pPr>
          </a:lstStyle>
          <a:p>
            <a:r>
              <a:rPr lang="en-US"/>
              <a:t>[Section </a:t>
            </a:r>
            <a:br>
              <a:rPr lang="en-US"/>
            </a:br>
            <a:r>
              <a:rPr lang="en-US"/>
              <a:t>header </a:t>
            </a:r>
            <a:br>
              <a:rPr lang="en-US"/>
            </a:br>
            <a:r>
              <a:rPr lang="en-US"/>
              <a:t>title]</a:t>
            </a:r>
          </a:p>
        </p:txBody>
      </p:sp>
      <p:sp>
        <p:nvSpPr>
          <p:cNvPr id="9" name="Subtitle 2">
            <a:extLst>
              <a:ext uri="{FF2B5EF4-FFF2-40B4-BE49-F238E27FC236}">
                <a16:creationId xmlns:a16="http://schemas.microsoft.com/office/drawing/2014/main" id="{0E80912E-FE23-D75D-50AC-A57EE4F6F1D7}"/>
              </a:ext>
            </a:extLst>
          </p:cNvPr>
          <p:cNvSpPr>
            <a:spLocks noGrp="1"/>
          </p:cNvSpPr>
          <p:nvPr>
            <p:ph type="subTitle" idx="1" hasCustomPrompt="1"/>
          </p:nvPr>
        </p:nvSpPr>
        <p:spPr>
          <a:xfrm>
            <a:off x="491524" y="5219299"/>
            <a:ext cx="7435850" cy="640080"/>
          </a:xfrm>
        </p:spPr>
        <p:txBody>
          <a:bodyPr>
            <a:noAutofit/>
          </a:bodyPr>
          <a:lstStyle>
            <a:lvl1pPr marL="0" indent="0" algn="l">
              <a:lnSpc>
                <a:spcPct val="100000"/>
              </a:lnSpc>
              <a:spcBef>
                <a:spcPts val="0"/>
              </a:spcBef>
              <a:buNone/>
              <a:defRPr sz="2000">
                <a:solidFill>
                  <a:schemeClr val="accent1"/>
                </a:solidFill>
              </a:defRPr>
            </a:lvl1pPr>
            <a:lvl2pPr marL="0" indent="0" algn="ctr">
              <a:lnSpc>
                <a:spcPct val="100000"/>
              </a:lnSpc>
              <a:spcBef>
                <a:spcPts val="0"/>
              </a:spcBef>
              <a:buNone/>
              <a:defRPr sz="2000">
                <a:solidFill>
                  <a:schemeClr val="accent1"/>
                </a:solidFill>
              </a:defRPr>
            </a:lvl2pPr>
            <a:lvl3pPr marL="0" indent="0" algn="ctr">
              <a:lnSpc>
                <a:spcPct val="100000"/>
              </a:lnSpc>
              <a:spcBef>
                <a:spcPts val="0"/>
              </a:spcBef>
              <a:buNone/>
              <a:defRPr sz="2000">
                <a:solidFill>
                  <a:schemeClr val="accent1"/>
                </a:solidFill>
              </a:defRPr>
            </a:lvl3pPr>
            <a:lvl4pPr marL="0" indent="0" algn="ctr">
              <a:lnSpc>
                <a:spcPct val="100000"/>
              </a:lnSpc>
              <a:spcBef>
                <a:spcPts val="0"/>
              </a:spcBef>
              <a:buNone/>
              <a:defRPr sz="2000">
                <a:solidFill>
                  <a:schemeClr val="accent1"/>
                </a:solidFill>
              </a:defRPr>
            </a:lvl4pPr>
            <a:lvl5pPr marL="0" indent="0" algn="ctr">
              <a:lnSpc>
                <a:spcPct val="100000"/>
              </a:lnSpc>
              <a:spcBef>
                <a:spcPts val="0"/>
              </a:spcBef>
              <a:buNone/>
              <a:defRPr sz="2000">
                <a:solidFill>
                  <a:schemeClr val="accent1"/>
                </a:solidFill>
              </a:defRPr>
            </a:lvl5pPr>
            <a:lvl6pPr marL="0" indent="0" algn="ctr">
              <a:lnSpc>
                <a:spcPct val="100000"/>
              </a:lnSpc>
              <a:spcBef>
                <a:spcPts val="0"/>
              </a:spcBef>
              <a:buNone/>
              <a:defRPr sz="2000">
                <a:solidFill>
                  <a:schemeClr val="accent1"/>
                </a:solidFill>
              </a:defRPr>
            </a:lvl6pPr>
            <a:lvl7pPr marL="0" indent="0" algn="ctr">
              <a:lnSpc>
                <a:spcPct val="100000"/>
              </a:lnSpc>
              <a:spcBef>
                <a:spcPts val="0"/>
              </a:spcBef>
              <a:buNone/>
              <a:defRPr sz="2000">
                <a:solidFill>
                  <a:schemeClr val="accent1"/>
                </a:solidFill>
              </a:defRPr>
            </a:lvl7pPr>
            <a:lvl8pPr marL="0" indent="0" algn="ctr">
              <a:lnSpc>
                <a:spcPct val="100000"/>
              </a:lnSpc>
              <a:spcBef>
                <a:spcPts val="0"/>
              </a:spcBef>
              <a:buNone/>
              <a:defRPr sz="2000">
                <a:solidFill>
                  <a:schemeClr val="accent1"/>
                </a:solidFill>
              </a:defRPr>
            </a:lvl8pPr>
            <a:lvl9pPr marL="0" indent="0" algn="ctr">
              <a:lnSpc>
                <a:spcPct val="100000"/>
              </a:lnSpc>
              <a:spcBef>
                <a:spcPts val="0"/>
              </a:spcBef>
              <a:buNone/>
              <a:defRPr sz="2000">
                <a:solidFill>
                  <a:schemeClr val="accent1"/>
                </a:solidFill>
              </a:defRPr>
            </a:lvl9pPr>
          </a:lstStyle>
          <a:p>
            <a:r>
              <a:rPr lang="en-US"/>
              <a:t>[Optional subtitle]</a:t>
            </a:r>
          </a:p>
        </p:txBody>
      </p:sp>
      <p:cxnSp>
        <p:nvCxnSpPr>
          <p:cNvPr id="3" name="Straight Connector 2">
            <a:extLst>
              <a:ext uri="{FF2B5EF4-FFF2-40B4-BE49-F238E27FC236}">
                <a16:creationId xmlns:a16="http://schemas.microsoft.com/office/drawing/2014/main" id="{991E719C-CE67-8C08-6902-7254CD9228CD}"/>
              </a:ext>
            </a:extLst>
          </p:cNvPr>
          <p:cNvCxnSpPr/>
          <p:nvPr/>
        </p:nvCxnSpPr>
        <p:spPr>
          <a:xfrm>
            <a:off x="487491" y="1501101"/>
            <a:ext cx="4714704" cy="0"/>
          </a:xfrm>
          <a:prstGeom prst="line">
            <a:avLst/>
          </a:prstGeom>
          <a:ln w="25400" cap="flat">
            <a:solidFill>
              <a:schemeClr val="accent1"/>
            </a:solidFill>
            <a:miter lim="800000"/>
          </a:ln>
        </p:spPr>
        <p:style>
          <a:lnRef idx="1">
            <a:schemeClr val="accent1"/>
          </a:lnRef>
          <a:fillRef idx="0">
            <a:schemeClr val="accent1"/>
          </a:fillRef>
          <a:effectRef idx="0">
            <a:srgbClr val="000000"/>
          </a:effectRef>
          <a:fontRef idx="minor">
            <a:schemeClr val="tx1"/>
          </a:fontRef>
        </p:style>
      </p:cxnSp>
    </p:spTree>
    <p:extLst>
      <p:ext uri="{BB962C8B-B14F-4D97-AF65-F5344CB8AC3E}">
        <p14:creationId xmlns:p14="http://schemas.microsoft.com/office/powerpoint/2010/main" val="224989528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extLst>
    <p:ext uri="{DCECCB84-F9BA-43D5-87BE-67443E8EF086}">
      <p15:sldGuideLst xmlns:p15="http://schemas.microsoft.com/office/powerpoint/2012/main">
        <p15:guide id="1" pos="1498">
          <p15:clr>
            <a:srgbClr val="A4A3A4"/>
          </p15:clr>
        </p15:guide>
        <p15:guide id="2" pos="6182">
          <p15:clr>
            <a:srgbClr val="A4A3A4"/>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1E1F5392-3AB7-6C50-08FC-9B55E0928566}"/>
              </a:ext>
            </a:extLst>
          </p:cNvPr>
          <p:cNvSpPr>
            <a:spLocks noGrp="1"/>
          </p:cNvSpPr>
          <p:nvPr>
            <p:ph type="title" hasCustomPrompt="1"/>
          </p:nvPr>
        </p:nvSpPr>
        <p:spPr/>
        <p:txBody>
          <a:bodyPr/>
          <a:lstStyle/>
          <a:p>
            <a:r>
              <a:rPr lang="en-US"/>
              <a:t>[Slide title]</a:t>
            </a:r>
          </a:p>
        </p:txBody>
      </p:sp>
      <p:sp>
        <p:nvSpPr>
          <p:cNvPr id="12" name="Subtitle 2">
            <a:extLst>
              <a:ext uri="{FF2B5EF4-FFF2-40B4-BE49-F238E27FC236}">
                <a16:creationId xmlns:a16="http://schemas.microsoft.com/office/drawing/2014/main" id="{A31D4307-73AA-959D-9DB3-8DD4613DA318}"/>
              </a:ext>
            </a:extLst>
          </p:cNvPr>
          <p:cNvSpPr>
            <a:spLocks noGrp="1"/>
          </p:cNvSpPr>
          <p:nvPr>
            <p:ph type="subTitle" idx="13" hasCustomPrompt="1"/>
          </p:nvPr>
        </p:nvSpPr>
        <p:spPr>
          <a:xfrm>
            <a:off x="457199" y="960121"/>
            <a:ext cx="7443216" cy="687010"/>
          </a:xfrm>
        </p:spPr>
        <p:txBody>
          <a:bodyPr>
            <a:noAutofit/>
          </a:bodyPr>
          <a:lstStyle>
            <a:lvl1pPr marL="0" indent="0" algn="l">
              <a:lnSpc>
                <a:spcPct val="90000"/>
              </a:lnSpc>
              <a:spcBef>
                <a:spcPts val="0"/>
              </a:spcBef>
              <a:buNone/>
              <a:defRPr sz="2200">
                <a:solidFill>
                  <a:schemeClr val="accent1"/>
                </a:solidFill>
              </a:defRPr>
            </a:lvl1pPr>
            <a:lvl2pPr marL="0" indent="0" algn="l">
              <a:lnSpc>
                <a:spcPct val="90000"/>
              </a:lnSpc>
              <a:spcBef>
                <a:spcPts val="0"/>
              </a:spcBef>
              <a:buNone/>
              <a:defRPr sz="2200">
                <a:solidFill>
                  <a:schemeClr val="accent1"/>
                </a:solidFill>
              </a:defRPr>
            </a:lvl2pPr>
            <a:lvl3pPr marL="0" indent="0" algn="l">
              <a:lnSpc>
                <a:spcPct val="90000"/>
              </a:lnSpc>
              <a:spcBef>
                <a:spcPts val="0"/>
              </a:spcBef>
              <a:buNone/>
              <a:defRPr sz="2200">
                <a:solidFill>
                  <a:schemeClr val="accent1"/>
                </a:solidFill>
              </a:defRPr>
            </a:lvl3pPr>
            <a:lvl4pPr marL="0" indent="0" algn="l">
              <a:lnSpc>
                <a:spcPct val="90000"/>
              </a:lnSpc>
              <a:spcBef>
                <a:spcPts val="0"/>
              </a:spcBef>
              <a:buNone/>
              <a:defRPr sz="2200">
                <a:solidFill>
                  <a:schemeClr val="accent1"/>
                </a:solidFill>
              </a:defRPr>
            </a:lvl4pPr>
            <a:lvl5pPr marL="0" indent="0" algn="l">
              <a:lnSpc>
                <a:spcPct val="90000"/>
              </a:lnSpc>
              <a:spcBef>
                <a:spcPts val="0"/>
              </a:spcBef>
              <a:buNone/>
              <a:defRPr sz="2200">
                <a:solidFill>
                  <a:schemeClr val="accent1"/>
                </a:solidFill>
              </a:defRPr>
            </a:lvl5pPr>
            <a:lvl6pPr marL="0" indent="0" algn="l">
              <a:lnSpc>
                <a:spcPct val="90000"/>
              </a:lnSpc>
              <a:spcBef>
                <a:spcPts val="0"/>
              </a:spcBef>
              <a:buNone/>
              <a:defRPr sz="2200">
                <a:solidFill>
                  <a:schemeClr val="accent1"/>
                </a:solidFill>
              </a:defRPr>
            </a:lvl6pPr>
            <a:lvl7pPr marL="0" indent="0" algn="l">
              <a:lnSpc>
                <a:spcPct val="90000"/>
              </a:lnSpc>
              <a:spcBef>
                <a:spcPts val="0"/>
              </a:spcBef>
              <a:buNone/>
              <a:defRPr sz="2200">
                <a:solidFill>
                  <a:schemeClr val="accent1"/>
                </a:solidFill>
              </a:defRPr>
            </a:lvl7pPr>
            <a:lvl8pPr marL="0" indent="0" algn="l">
              <a:lnSpc>
                <a:spcPct val="90000"/>
              </a:lnSpc>
              <a:spcBef>
                <a:spcPts val="0"/>
              </a:spcBef>
              <a:buNone/>
              <a:defRPr sz="2200">
                <a:solidFill>
                  <a:schemeClr val="accent1"/>
                </a:solidFill>
              </a:defRPr>
            </a:lvl8pPr>
            <a:lvl9pPr marL="0" indent="0" algn="l">
              <a:lnSpc>
                <a:spcPct val="90000"/>
              </a:lnSpc>
              <a:spcBef>
                <a:spcPts val="0"/>
              </a:spcBef>
              <a:buNone/>
              <a:defRPr sz="2200">
                <a:solidFill>
                  <a:schemeClr val="accent1"/>
                </a:solidFill>
              </a:defRPr>
            </a:lvl9pPr>
          </a:lstStyle>
          <a:p>
            <a:r>
              <a:rPr lang="en-US"/>
              <a:t>[Optional subtitle]</a:t>
            </a:r>
          </a:p>
        </p:txBody>
      </p:sp>
      <p:sp>
        <p:nvSpPr>
          <p:cNvPr id="3" name="Content Placeholder 3">
            <a:extLst>
              <a:ext uri="{FF2B5EF4-FFF2-40B4-BE49-F238E27FC236}">
                <a16:creationId xmlns:a16="http://schemas.microsoft.com/office/drawing/2014/main" id="{3D665E9E-1EAE-D114-CE78-3D3D06522F45}"/>
              </a:ext>
            </a:extLst>
          </p:cNvPr>
          <p:cNvSpPr>
            <a:spLocks noGrp="1"/>
          </p:cNvSpPr>
          <p:nvPr>
            <p:ph idx="1"/>
          </p:nvPr>
        </p:nvSpPr>
        <p:spPr>
          <a:xfrm>
            <a:off x="457200" y="1965960"/>
            <a:ext cx="5522976" cy="4434840"/>
          </a:xfrm>
        </p:spPr>
        <p:txBody>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7110973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1" pos="3908" userDrawn="1">
          <p15:clr>
            <a:srgbClr val="A4A3A4"/>
          </p15:clr>
        </p15:guide>
        <p15:guide id="12" pos="3768" userDrawn="1">
          <p15:clr>
            <a:srgbClr val="A4A3A4"/>
          </p15:clr>
        </p15:guide>
        <p15:guide id="13" pos="1354" userDrawn="1">
          <p15:clr>
            <a:srgbClr val="A4A3A4"/>
          </p15:clr>
        </p15:guide>
        <p15:guide id="14" pos="1498" userDrawn="1">
          <p15:clr>
            <a:srgbClr val="A4A3A4"/>
          </p15:clr>
        </p15:guide>
        <p15:guide id="15" pos="2558" userDrawn="1">
          <p15:clr>
            <a:srgbClr val="A4A3A4"/>
          </p15:clr>
        </p15:guide>
        <p15:guide id="16" pos="2702" userDrawn="1">
          <p15:clr>
            <a:srgbClr val="A4A3A4"/>
          </p15:clr>
        </p15:guide>
        <p15:guide id="17" pos="4978" userDrawn="1">
          <p15:clr>
            <a:srgbClr val="A4A3A4"/>
          </p15:clr>
        </p15:guide>
        <p15:guide id="18" pos="5122" userDrawn="1">
          <p15:clr>
            <a:srgbClr val="A4A3A4"/>
          </p15:clr>
        </p15:guide>
        <p15:guide id="19" pos="6182" userDrawn="1">
          <p15:clr>
            <a:srgbClr val="A4A3A4"/>
          </p15:clr>
        </p15:guide>
        <p15:guide id="20" pos="6326" userDrawn="1">
          <p15:clr>
            <a:srgbClr val="A4A3A4"/>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6AE1C3AB-C57C-49F2-5F11-7906377FCE0C}"/>
              </a:ext>
            </a:extLst>
          </p:cNvPr>
          <p:cNvSpPr>
            <a:spLocks noGrp="1"/>
          </p:cNvSpPr>
          <p:nvPr>
            <p:ph type="title" hasCustomPrompt="1"/>
          </p:nvPr>
        </p:nvSpPr>
        <p:spPr/>
        <p:txBody>
          <a:bodyPr/>
          <a:lstStyle/>
          <a:p>
            <a:r>
              <a:rPr lang="en-US"/>
              <a:t>[Slide title]</a:t>
            </a:r>
          </a:p>
        </p:txBody>
      </p:sp>
      <p:sp>
        <p:nvSpPr>
          <p:cNvPr id="17" name="Subtitle 2">
            <a:extLst>
              <a:ext uri="{FF2B5EF4-FFF2-40B4-BE49-F238E27FC236}">
                <a16:creationId xmlns:a16="http://schemas.microsoft.com/office/drawing/2014/main" id="{2067E5CE-A64C-F4C5-5BC1-C41099147E64}"/>
              </a:ext>
            </a:extLst>
          </p:cNvPr>
          <p:cNvSpPr>
            <a:spLocks noGrp="1"/>
          </p:cNvSpPr>
          <p:nvPr>
            <p:ph type="subTitle" idx="13" hasCustomPrompt="1"/>
          </p:nvPr>
        </p:nvSpPr>
        <p:spPr>
          <a:xfrm>
            <a:off x="457199" y="960121"/>
            <a:ext cx="7443216" cy="687010"/>
          </a:xfrm>
        </p:spPr>
        <p:txBody>
          <a:bodyPr>
            <a:noAutofit/>
          </a:bodyPr>
          <a:lstStyle>
            <a:lvl1pPr marL="0" indent="0" algn="l">
              <a:lnSpc>
                <a:spcPct val="90000"/>
              </a:lnSpc>
              <a:spcBef>
                <a:spcPts val="0"/>
              </a:spcBef>
              <a:buNone/>
              <a:defRPr sz="2200">
                <a:solidFill>
                  <a:schemeClr val="accent1"/>
                </a:solidFill>
              </a:defRPr>
            </a:lvl1pPr>
            <a:lvl2pPr marL="0" indent="0" algn="l">
              <a:lnSpc>
                <a:spcPct val="90000"/>
              </a:lnSpc>
              <a:spcBef>
                <a:spcPts val="0"/>
              </a:spcBef>
              <a:buNone/>
              <a:defRPr sz="2200">
                <a:solidFill>
                  <a:schemeClr val="accent1"/>
                </a:solidFill>
              </a:defRPr>
            </a:lvl2pPr>
            <a:lvl3pPr marL="0" indent="0" algn="l">
              <a:lnSpc>
                <a:spcPct val="90000"/>
              </a:lnSpc>
              <a:spcBef>
                <a:spcPts val="0"/>
              </a:spcBef>
              <a:buNone/>
              <a:defRPr sz="2200">
                <a:solidFill>
                  <a:schemeClr val="accent1"/>
                </a:solidFill>
              </a:defRPr>
            </a:lvl3pPr>
            <a:lvl4pPr marL="0" indent="0" algn="l">
              <a:lnSpc>
                <a:spcPct val="90000"/>
              </a:lnSpc>
              <a:spcBef>
                <a:spcPts val="0"/>
              </a:spcBef>
              <a:buNone/>
              <a:defRPr sz="2200">
                <a:solidFill>
                  <a:schemeClr val="accent1"/>
                </a:solidFill>
              </a:defRPr>
            </a:lvl4pPr>
            <a:lvl5pPr marL="0" indent="0" algn="l">
              <a:lnSpc>
                <a:spcPct val="90000"/>
              </a:lnSpc>
              <a:spcBef>
                <a:spcPts val="0"/>
              </a:spcBef>
              <a:buNone/>
              <a:defRPr sz="2200">
                <a:solidFill>
                  <a:schemeClr val="accent1"/>
                </a:solidFill>
              </a:defRPr>
            </a:lvl5pPr>
            <a:lvl6pPr marL="0" indent="0" algn="l">
              <a:lnSpc>
                <a:spcPct val="90000"/>
              </a:lnSpc>
              <a:spcBef>
                <a:spcPts val="0"/>
              </a:spcBef>
              <a:buNone/>
              <a:defRPr sz="2200">
                <a:solidFill>
                  <a:schemeClr val="accent1"/>
                </a:solidFill>
              </a:defRPr>
            </a:lvl6pPr>
            <a:lvl7pPr marL="0" indent="0" algn="l">
              <a:lnSpc>
                <a:spcPct val="90000"/>
              </a:lnSpc>
              <a:spcBef>
                <a:spcPts val="0"/>
              </a:spcBef>
              <a:buNone/>
              <a:defRPr sz="2200">
                <a:solidFill>
                  <a:schemeClr val="accent1"/>
                </a:solidFill>
              </a:defRPr>
            </a:lvl7pPr>
            <a:lvl8pPr marL="0" indent="0" algn="l">
              <a:lnSpc>
                <a:spcPct val="90000"/>
              </a:lnSpc>
              <a:spcBef>
                <a:spcPts val="0"/>
              </a:spcBef>
              <a:buNone/>
              <a:defRPr sz="2200">
                <a:solidFill>
                  <a:schemeClr val="accent1"/>
                </a:solidFill>
              </a:defRPr>
            </a:lvl8pPr>
            <a:lvl9pPr marL="0" indent="0" algn="l">
              <a:lnSpc>
                <a:spcPct val="90000"/>
              </a:lnSpc>
              <a:spcBef>
                <a:spcPts val="0"/>
              </a:spcBef>
              <a:buNone/>
              <a:defRPr sz="2200">
                <a:solidFill>
                  <a:schemeClr val="accent1"/>
                </a:solidFill>
              </a:defRPr>
            </a:lvl9pPr>
          </a:lstStyle>
          <a:p>
            <a:r>
              <a:rPr lang="en-US"/>
              <a:t>[Optional subtitle]</a:t>
            </a:r>
          </a:p>
        </p:txBody>
      </p:sp>
      <p:sp>
        <p:nvSpPr>
          <p:cNvPr id="3" name="Content Placeholder 3">
            <a:extLst>
              <a:ext uri="{FF2B5EF4-FFF2-40B4-BE49-F238E27FC236}">
                <a16:creationId xmlns:a16="http://schemas.microsoft.com/office/drawing/2014/main" id="{C7334540-1044-B299-0E04-200DECD3F39F}"/>
              </a:ext>
            </a:extLst>
          </p:cNvPr>
          <p:cNvSpPr>
            <a:spLocks noGrp="1"/>
          </p:cNvSpPr>
          <p:nvPr>
            <p:ph sz="half" idx="1"/>
          </p:nvPr>
        </p:nvSpPr>
        <p:spPr>
          <a:xfrm>
            <a:off x="457200" y="1965960"/>
            <a:ext cx="5522976" cy="44348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4">
            <a:extLst>
              <a:ext uri="{FF2B5EF4-FFF2-40B4-BE49-F238E27FC236}">
                <a16:creationId xmlns:a16="http://schemas.microsoft.com/office/drawing/2014/main" id="{D86F643D-4932-E94A-8CDC-86678356C636}"/>
              </a:ext>
            </a:extLst>
          </p:cNvPr>
          <p:cNvSpPr>
            <a:spLocks noGrp="1"/>
          </p:cNvSpPr>
          <p:nvPr>
            <p:ph sz="half" idx="2"/>
          </p:nvPr>
        </p:nvSpPr>
        <p:spPr>
          <a:xfrm>
            <a:off x="6208775" y="1965960"/>
            <a:ext cx="5522976" cy="44348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4493069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1" pos="3768" userDrawn="1">
          <p15:clr>
            <a:srgbClr val="A4A3A4"/>
          </p15:clr>
        </p15:guide>
        <p15:guide id="12" pos="3908" userDrawn="1">
          <p15:clr>
            <a:srgbClr val="A4A3A4"/>
          </p15:clr>
        </p15:guide>
        <p15:guide id="13" pos="1498" userDrawn="1">
          <p15:clr>
            <a:srgbClr val="A4A3A4"/>
          </p15:clr>
        </p15:guide>
        <p15:guide id="14" pos="1352" userDrawn="1">
          <p15:clr>
            <a:srgbClr val="A4A3A4"/>
          </p15:clr>
        </p15:guide>
        <p15:guide id="15" pos="2558" userDrawn="1">
          <p15:clr>
            <a:srgbClr val="A4A3A4"/>
          </p15:clr>
        </p15:guide>
        <p15:guide id="16" pos="2702" userDrawn="1">
          <p15:clr>
            <a:srgbClr val="A4A3A4"/>
          </p15:clr>
        </p15:guide>
        <p15:guide id="17" pos="4978" userDrawn="1">
          <p15:clr>
            <a:srgbClr val="A4A3A4"/>
          </p15:clr>
        </p15:guide>
        <p15:guide id="18" pos="5122" userDrawn="1">
          <p15:clr>
            <a:srgbClr val="A4A3A4"/>
          </p15:clr>
        </p15:guide>
        <p15:guide id="19" pos="6182" userDrawn="1">
          <p15:clr>
            <a:srgbClr val="A4A3A4"/>
          </p15:clr>
        </p15:guide>
        <p15:guide id="20" pos="6326" userDrawn="1">
          <p15:clr>
            <a:srgbClr val="A4A3A4"/>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hree Content">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6AE1C3AB-C57C-49F2-5F11-7906377FCE0C}"/>
              </a:ext>
            </a:extLst>
          </p:cNvPr>
          <p:cNvSpPr>
            <a:spLocks noGrp="1"/>
          </p:cNvSpPr>
          <p:nvPr>
            <p:ph type="title" hasCustomPrompt="1"/>
          </p:nvPr>
        </p:nvSpPr>
        <p:spPr/>
        <p:txBody>
          <a:bodyPr/>
          <a:lstStyle/>
          <a:p>
            <a:r>
              <a:rPr lang="en-US"/>
              <a:t>[Slide title]</a:t>
            </a:r>
          </a:p>
        </p:txBody>
      </p:sp>
      <p:sp>
        <p:nvSpPr>
          <p:cNvPr id="17" name="Subtitle 2">
            <a:extLst>
              <a:ext uri="{FF2B5EF4-FFF2-40B4-BE49-F238E27FC236}">
                <a16:creationId xmlns:a16="http://schemas.microsoft.com/office/drawing/2014/main" id="{2067E5CE-A64C-F4C5-5BC1-C41099147E64}"/>
              </a:ext>
            </a:extLst>
          </p:cNvPr>
          <p:cNvSpPr>
            <a:spLocks noGrp="1"/>
          </p:cNvSpPr>
          <p:nvPr>
            <p:ph type="subTitle" idx="13" hasCustomPrompt="1"/>
          </p:nvPr>
        </p:nvSpPr>
        <p:spPr>
          <a:xfrm>
            <a:off x="457199" y="960121"/>
            <a:ext cx="7443216" cy="687010"/>
          </a:xfrm>
        </p:spPr>
        <p:txBody>
          <a:bodyPr>
            <a:noAutofit/>
          </a:bodyPr>
          <a:lstStyle>
            <a:lvl1pPr marL="0" indent="0" algn="l">
              <a:lnSpc>
                <a:spcPct val="90000"/>
              </a:lnSpc>
              <a:spcBef>
                <a:spcPts val="0"/>
              </a:spcBef>
              <a:buNone/>
              <a:defRPr sz="2200">
                <a:solidFill>
                  <a:schemeClr val="accent1"/>
                </a:solidFill>
              </a:defRPr>
            </a:lvl1pPr>
            <a:lvl2pPr marL="0" indent="0" algn="l">
              <a:lnSpc>
                <a:spcPct val="90000"/>
              </a:lnSpc>
              <a:spcBef>
                <a:spcPts val="0"/>
              </a:spcBef>
              <a:buNone/>
              <a:defRPr sz="2200">
                <a:solidFill>
                  <a:schemeClr val="accent1"/>
                </a:solidFill>
              </a:defRPr>
            </a:lvl2pPr>
            <a:lvl3pPr marL="0" indent="0" algn="l">
              <a:lnSpc>
                <a:spcPct val="90000"/>
              </a:lnSpc>
              <a:spcBef>
                <a:spcPts val="0"/>
              </a:spcBef>
              <a:buNone/>
              <a:defRPr sz="2200">
                <a:solidFill>
                  <a:schemeClr val="accent1"/>
                </a:solidFill>
              </a:defRPr>
            </a:lvl3pPr>
            <a:lvl4pPr marL="0" indent="0" algn="l">
              <a:lnSpc>
                <a:spcPct val="90000"/>
              </a:lnSpc>
              <a:spcBef>
                <a:spcPts val="0"/>
              </a:spcBef>
              <a:buNone/>
              <a:defRPr sz="2200">
                <a:solidFill>
                  <a:schemeClr val="accent1"/>
                </a:solidFill>
              </a:defRPr>
            </a:lvl4pPr>
            <a:lvl5pPr marL="0" indent="0" algn="l">
              <a:lnSpc>
                <a:spcPct val="90000"/>
              </a:lnSpc>
              <a:spcBef>
                <a:spcPts val="0"/>
              </a:spcBef>
              <a:buNone/>
              <a:defRPr sz="2200">
                <a:solidFill>
                  <a:schemeClr val="accent1"/>
                </a:solidFill>
              </a:defRPr>
            </a:lvl5pPr>
            <a:lvl6pPr marL="0" indent="0" algn="l">
              <a:lnSpc>
                <a:spcPct val="90000"/>
              </a:lnSpc>
              <a:spcBef>
                <a:spcPts val="0"/>
              </a:spcBef>
              <a:buNone/>
              <a:defRPr sz="2200">
                <a:solidFill>
                  <a:schemeClr val="accent1"/>
                </a:solidFill>
              </a:defRPr>
            </a:lvl6pPr>
            <a:lvl7pPr marL="0" indent="0" algn="l">
              <a:lnSpc>
                <a:spcPct val="90000"/>
              </a:lnSpc>
              <a:spcBef>
                <a:spcPts val="0"/>
              </a:spcBef>
              <a:buNone/>
              <a:defRPr sz="2200">
                <a:solidFill>
                  <a:schemeClr val="accent1"/>
                </a:solidFill>
              </a:defRPr>
            </a:lvl7pPr>
            <a:lvl8pPr marL="0" indent="0" algn="l">
              <a:lnSpc>
                <a:spcPct val="90000"/>
              </a:lnSpc>
              <a:spcBef>
                <a:spcPts val="0"/>
              </a:spcBef>
              <a:buNone/>
              <a:defRPr sz="2200">
                <a:solidFill>
                  <a:schemeClr val="accent1"/>
                </a:solidFill>
              </a:defRPr>
            </a:lvl8pPr>
            <a:lvl9pPr marL="0" indent="0" algn="l">
              <a:lnSpc>
                <a:spcPct val="90000"/>
              </a:lnSpc>
              <a:spcBef>
                <a:spcPts val="0"/>
              </a:spcBef>
              <a:buNone/>
              <a:defRPr sz="2200">
                <a:solidFill>
                  <a:schemeClr val="accent1"/>
                </a:solidFill>
              </a:defRPr>
            </a:lvl9pPr>
          </a:lstStyle>
          <a:p>
            <a:r>
              <a:rPr lang="en-US"/>
              <a:t>[Optional subtitle]</a:t>
            </a:r>
          </a:p>
        </p:txBody>
      </p:sp>
      <p:sp>
        <p:nvSpPr>
          <p:cNvPr id="3" name="Content Placeholder 3">
            <a:extLst>
              <a:ext uri="{FF2B5EF4-FFF2-40B4-BE49-F238E27FC236}">
                <a16:creationId xmlns:a16="http://schemas.microsoft.com/office/drawing/2014/main" id="{C7334540-1044-B299-0E04-200DECD3F39F}"/>
              </a:ext>
            </a:extLst>
          </p:cNvPr>
          <p:cNvSpPr>
            <a:spLocks noGrp="1"/>
          </p:cNvSpPr>
          <p:nvPr>
            <p:ph sz="half" idx="1"/>
          </p:nvPr>
        </p:nvSpPr>
        <p:spPr>
          <a:xfrm>
            <a:off x="457200" y="1965960"/>
            <a:ext cx="3602736" cy="44348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4">
            <a:extLst>
              <a:ext uri="{FF2B5EF4-FFF2-40B4-BE49-F238E27FC236}">
                <a16:creationId xmlns:a16="http://schemas.microsoft.com/office/drawing/2014/main" id="{D86F643D-4932-E94A-8CDC-86678356C636}"/>
              </a:ext>
            </a:extLst>
          </p:cNvPr>
          <p:cNvSpPr>
            <a:spLocks noGrp="1"/>
          </p:cNvSpPr>
          <p:nvPr>
            <p:ph sz="half" idx="2"/>
          </p:nvPr>
        </p:nvSpPr>
        <p:spPr>
          <a:xfrm>
            <a:off x="4294632" y="1965960"/>
            <a:ext cx="3602736" cy="44348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a:extLst>
              <a:ext uri="{FF2B5EF4-FFF2-40B4-BE49-F238E27FC236}">
                <a16:creationId xmlns:a16="http://schemas.microsoft.com/office/drawing/2014/main" id="{793F542D-B19E-244D-D1B3-D3C8B34A5B90}"/>
              </a:ext>
            </a:extLst>
          </p:cNvPr>
          <p:cNvSpPr>
            <a:spLocks noGrp="1"/>
          </p:cNvSpPr>
          <p:nvPr>
            <p:ph sz="quarter" idx="14"/>
          </p:nvPr>
        </p:nvSpPr>
        <p:spPr>
          <a:xfrm>
            <a:off x="8129016" y="1965960"/>
            <a:ext cx="3602736" cy="44348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4582174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1" pos="3768" userDrawn="1">
          <p15:clr>
            <a:srgbClr val="A4A3A4"/>
          </p15:clr>
        </p15:guide>
        <p15:guide id="12" pos="3908" userDrawn="1">
          <p15:clr>
            <a:srgbClr val="A4A3A4"/>
          </p15:clr>
        </p15:guide>
        <p15:guide id="13" pos="1498" userDrawn="1">
          <p15:clr>
            <a:srgbClr val="A4A3A4"/>
          </p15:clr>
        </p15:guide>
        <p15:guide id="14" pos="1352" userDrawn="1">
          <p15:clr>
            <a:srgbClr val="A4A3A4"/>
          </p15:clr>
        </p15:guide>
        <p15:guide id="15" pos="2558" userDrawn="1">
          <p15:clr>
            <a:srgbClr val="A4A3A4"/>
          </p15:clr>
        </p15:guide>
        <p15:guide id="16" pos="2702" userDrawn="1">
          <p15:clr>
            <a:srgbClr val="A4A3A4"/>
          </p15:clr>
        </p15:guide>
        <p15:guide id="17" pos="4978" userDrawn="1">
          <p15:clr>
            <a:srgbClr val="A4A3A4"/>
          </p15:clr>
        </p15:guide>
        <p15:guide id="18" pos="5122" userDrawn="1">
          <p15:clr>
            <a:srgbClr val="A4A3A4"/>
          </p15:clr>
        </p15:guide>
        <p15:guide id="19" pos="6182" userDrawn="1">
          <p15:clr>
            <a:srgbClr val="A4A3A4"/>
          </p15:clr>
        </p15:guide>
        <p15:guide id="20" pos="6326" userDrawn="1">
          <p15:clr>
            <a:srgbClr val="A4A3A4"/>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cSld name="2_Three Content Sidebar">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6AE1C3AB-C57C-49F2-5F11-7906377FCE0C}"/>
              </a:ext>
            </a:extLst>
          </p:cNvPr>
          <p:cNvSpPr>
            <a:spLocks noGrp="1"/>
          </p:cNvSpPr>
          <p:nvPr>
            <p:ph type="title" hasCustomPrompt="1"/>
          </p:nvPr>
        </p:nvSpPr>
        <p:spPr>
          <a:xfrm>
            <a:off x="457200" y="457201"/>
            <a:ext cx="7445375" cy="502920"/>
          </a:xfrm>
        </p:spPr>
        <p:txBody>
          <a:bodyPr/>
          <a:lstStyle/>
          <a:p>
            <a:r>
              <a:rPr lang="en-US"/>
              <a:t>[Slide title]</a:t>
            </a:r>
          </a:p>
        </p:txBody>
      </p:sp>
      <p:sp>
        <p:nvSpPr>
          <p:cNvPr id="17" name="Subtitle 2">
            <a:extLst>
              <a:ext uri="{FF2B5EF4-FFF2-40B4-BE49-F238E27FC236}">
                <a16:creationId xmlns:a16="http://schemas.microsoft.com/office/drawing/2014/main" id="{2067E5CE-A64C-F4C5-5BC1-C41099147E64}"/>
              </a:ext>
            </a:extLst>
          </p:cNvPr>
          <p:cNvSpPr>
            <a:spLocks noGrp="1"/>
          </p:cNvSpPr>
          <p:nvPr>
            <p:ph type="subTitle" idx="13" hasCustomPrompt="1"/>
          </p:nvPr>
        </p:nvSpPr>
        <p:spPr>
          <a:xfrm>
            <a:off x="457199" y="960121"/>
            <a:ext cx="7443216" cy="687010"/>
          </a:xfrm>
        </p:spPr>
        <p:txBody>
          <a:bodyPr>
            <a:noAutofit/>
          </a:bodyPr>
          <a:lstStyle>
            <a:lvl1pPr marL="0" indent="0" algn="l">
              <a:lnSpc>
                <a:spcPct val="90000"/>
              </a:lnSpc>
              <a:spcBef>
                <a:spcPts val="0"/>
              </a:spcBef>
              <a:buNone/>
              <a:defRPr sz="2200">
                <a:solidFill>
                  <a:schemeClr val="accent1"/>
                </a:solidFill>
              </a:defRPr>
            </a:lvl1pPr>
            <a:lvl2pPr marL="0" indent="0" algn="l">
              <a:lnSpc>
                <a:spcPct val="90000"/>
              </a:lnSpc>
              <a:spcBef>
                <a:spcPts val="0"/>
              </a:spcBef>
              <a:buNone/>
              <a:defRPr sz="2200">
                <a:solidFill>
                  <a:schemeClr val="accent1"/>
                </a:solidFill>
              </a:defRPr>
            </a:lvl2pPr>
            <a:lvl3pPr marL="0" indent="0" algn="l">
              <a:lnSpc>
                <a:spcPct val="90000"/>
              </a:lnSpc>
              <a:spcBef>
                <a:spcPts val="0"/>
              </a:spcBef>
              <a:buNone/>
              <a:defRPr sz="2200">
                <a:solidFill>
                  <a:schemeClr val="accent1"/>
                </a:solidFill>
              </a:defRPr>
            </a:lvl3pPr>
            <a:lvl4pPr marL="0" indent="0" algn="l">
              <a:lnSpc>
                <a:spcPct val="90000"/>
              </a:lnSpc>
              <a:spcBef>
                <a:spcPts val="0"/>
              </a:spcBef>
              <a:buNone/>
              <a:defRPr sz="2200">
                <a:solidFill>
                  <a:schemeClr val="accent1"/>
                </a:solidFill>
              </a:defRPr>
            </a:lvl4pPr>
            <a:lvl5pPr marL="0" indent="0" algn="l">
              <a:lnSpc>
                <a:spcPct val="90000"/>
              </a:lnSpc>
              <a:spcBef>
                <a:spcPts val="0"/>
              </a:spcBef>
              <a:buNone/>
              <a:defRPr sz="2200">
                <a:solidFill>
                  <a:schemeClr val="accent1"/>
                </a:solidFill>
              </a:defRPr>
            </a:lvl5pPr>
            <a:lvl6pPr marL="0" indent="0" algn="l">
              <a:lnSpc>
                <a:spcPct val="90000"/>
              </a:lnSpc>
              <a:spcBef>
                <a:spcPts val="0"/>
              </a:spcBef>
              <a:buNone/>
              <a:defRPr sz="2200">
                <a:solidFill>
                  <a:schemeClr val="accent1"/>
                </a:solidFill>
              </a:defRPr>
            </a:lvl6pPr>
            <a:lvl7pPr marL="0" indent="0" algn="l">
              <a:lnSpc>
                <a:spcPct val="90000"/>
              </a:lnSpc>
              <a:spcBef>
                <a:spcPts val="0"/>
              </a:spcBef>
              <a:buNone/>
              <a:defRPr sz="2200">
                <a:solidFill>
                  <a:schemeClr val="accent1"/>
                </a:solidFill>
              </a:defRPr>
            </a:lvl7pPr>
            <a:lvl8pPr marL="0" indent="0" algn="l">
              <a:lnSpc>
                <a:spcPct val="90000"/>
              </a:lnSpc>
              <a:spcBef>
                <a:spcPts val="0"/>
              </a:spcBef>
              <a:buNone/>
              <a:defRPr sz="2200">
                <a:solidFill>
                  <a:schemeClr val="accent1"/>
                </a:solidFill>
              </a:defRPr>
            </a:lvl8pPr>
            <a:lvl9pPr marL="0" indent="0" algn="l">
              <a:lnSpc>
                <a:spcPct val="90000"/>
              </a:lnSpc>
              <a:spcBef>
                <a:spcPts val="0"/>
              </a:spcBef>
              <a:buNone/>
              <a:defRPr sz="2200">
                <a:solidFill>
                  <a:schemeClr val="accent1"/>
                </a:solidFill>
              </a:defRPr>
            </a:lvl9pPr>
          </a:lstStyle>
          <a:p>
            <a:r>
              <a:rPr lang="en-US"/>
              <a:t>[Optional subtitle]</a:t>
            </a:r>
          </a:p>
        </p:txBody>
      </p:sp>
      <p:sp>
        <p:nvSpPr>
          <p:cNvPr id="3" name="Content Placeholder 3">
            <a:extLst>
              <a:ext uri="{FF2B5EF4-FFF2-40B4-BE49-F238E27FC236}">
                <a16:creationId xmlns:a16="http://schemas.microsoft.com/office/drawing/2014/main" id="{C7334540-1044-B299-0E04-200DECD3F39F}"/>
              </a:ext>
            </a:extLst>
          </p:cNvPr>
          <p:cNvSpPr>
            <a:spLocks noGrp="1"/>
          </p:cNvSpPr>
          <p:nvPr>
            <p:ph sz="half" idx="1"/>
          </p:nvPr>
        </p:nvSpPr>
        <p:spPr>
          <a:xfrm>
            <a:off x="457200" y="1965960"/>
            <a:ext cx="3602736" cy="44348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4">
            <a:extLst>
              <a:ext uri="{FF2B5EF4-FFF2-40B4-BE49-F238E27FC236}">
                <a16:creationId xmlns:a16="http://schemas.microsoft.com/office/drawing/2014/main" id="{D86F643D-4932-E94A-8CDC-86678356C636}"/>
              </a:ext>
            </a:extLst>
          </p:cNvPr>
          <p:cNvSpPr>
            <a:spLocks noGrp="1"/>
          </p:cNvSpPr>
          <p:nvPr>
            <p:ph sz="half" idx="2"/>
          </p:nvPr>
        </p:nvSpPr>
        <p:spPr>
          <a:xfrm>
            <a:off x="4294632" y="1965960"/>
            <a:ext cx="3602736" cy="44348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0348055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extLst>
    <p:ext uri="{DCECCB84-F9BA-43D5-87BE-67443E8EF086}">
      <p15:sldGuideLst xmlns:p15="http://schemas.microsoft.com/office/powerpoint/2012/main">
        <p15:guide id="1" pos="3768">
          <p15:clr>
            <a:srgbClr val="A4A3A4"/>
          </p15:clr>
        </p15:guide>
        <p15:guide id="2" pos="3908">
          <p15:clr>
            <a:srgbClr val="A4A3A4"/>
          </p15:clr>
        </p15:guide>
        <p15:guide id="3" pos="1498">
          <p15:clr>
            <a:srgbClr val="A4A3A4"/>
          </p15:clr>
        </p15:guide>
        <p15:guide id="4" pos="1352">
          <p15:clr>
            <a:srgbClr val="A4A3A4"/>
          </p15:clr>
        </p15:guide>
        <p15:guide id="5" pos="2558">
          <p15:clr>
            <a:srgbClr val="A4A3A4"/>
          </p15:clr>
        </p15:guide>
        <p15:guide id="6" pos="2702">
          <p15:clr>
            <a:srgbClr val="A4A3A4"/>
          </p15:clr>
        </p15:guide>
        <p15:guide id="7" pos="4978">
          <p15:clr>
            <a:srgbClr val="A4A3A4"/>
          </p15:clr>
        </p15:guide>
        <p15:guide id="11" pos="5406">
          <p15:clr>
            <a:srgbClr val="A4A3A4"/>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Four Content">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6AE1C3AB-C57C-49F2-5F11-7906377FCE0C}"/>
              </a:ext>
            </a:extLst>
          </p:cNvPr>
          <p:cNvSpPr>
            <a:spLocks noGrp="1"/>
          </p:cNvSpPr>
          <p:nvPr>
            <p:ph type="title" hasCustomPrompt="1"/>
          </p:nvPr>
        </p:nvSpPr>
        <p:spPr/>
        <p:txBody>
          <a:bodyPr/>
          <a:lstStyle/>
          <a:p>
            <a:r>
              <a:rPr lang="en-US"/>
              <a:t>[Slide title]</a:t>
            </a:r>
          </a:p>
        </p:txBody>
      </p:sp>
      <p:sp>
        <p:nvSpPr>
          <p:cNvPr id="17" name="Subtitle 2">
            <a:extLst>
              <a:ext uri="{FF2B5EF4-FFF2-40B4-BE49-F238E27FC236}">
                <a16:creationId xmlns:a16="http://schemas.microsoft.com/office/drawing/2014/main" id="{2067E5CE-A64C-F4C5-5BC1-C41099147E64}"/>
              </a:ext>
            </a:extLst>
          </p:cNvPr>
          <p:cNvSpPr>
            <a:spLocks noGrp="1"/>
          </p:cNvSpPr>
          <p:nvPr>
            <p:ph type="subTitle" idx="13" hasCustomPrompt="1"/>
          </p:nvPr>
        </p:nvSpPr>
        <p:spPr>
          <a:xfrm>
            <a:off x="457199" y="960121"/>
            <a:ext cx="7443216" cy="687010"/>
          </a:xfrm>
        </p:spPr>
        <p:txBody>
          <a:bodyPr>
            <a:noAutofit/>
          </a:bodyPr>
          <a:lstStyle>
            <a:lvl1pPr marL="0" indent="0" algn="l">
              <a:lnSpc>
                <a:spcPct val="90000"/>
              </a:lnSpc>
              <a:spcBef>
                <a:spcPts val="0"/>
              </a:spcBef>
              <a:buNone/>
              <a:defRPr sz="2200">
                <a:solidFill>
                  <a:schemeClr val="accent1"/>
                </a:solidFill>
              </a:defRPr>
            </a:lvl1pPr>
            <a:lvl2pPr marL="0" indent="0" algn="l">
              <a:lnSpc>
                <a:spcPct val="90000"/>
              </a:lnSpc>
              <a:spcBef>
                <a:spcPts val="0"/>
              </a:spcBef>
              <a:buNone/>
              <a:defRPr sz="2200">
                <a:solidFill>
                  <a:schemeClr val="accent1"/>
                </a:solidFill>
              </a:defRPr>
            </a:lvl2pPr>
            <a:lvl3pPr marL="0" indent="0" algn="l">
              <a:lnSpc>
                <a:spcPct val="90000"/>
              </a:lnSpc>
              <a:spcBef>
                <a:spcPts val="0"/>
              </a:spcBef>
              <a:buNone/>
              <a:defRPr sz="2200">
                <a:solidFill>
                  <a:schemeClr val="accent1"/>
                </a:solidFill>
              </a:defRPr>
            </a:lvl3pPr>
            <a:lvl4pPr marL="0" indent="0" algn="l">
              <a:lnSpc>
                <a:spcPct val="90000"/>
              </a:lnSpc>
              <a:spcBef>
                <a:spcPts val="0"/>
              </a:spcBef>
              <a:buNone/>
              <a:defRPr sz="2200">
                <a:solidFill>
                  <a:schemeClr val="accent1"/>
                </a:solidFill>
              </a:defRPr>
            </a:lvl4pPr>
            <a:lvl5pPr marL="0" indent="0" algn="l">
              <a:lnSpc>
                <a:spcPct val="90000"/>
              </a:lnSpc>
              <a:spcBef>
                <a:spcPts val="0"/>
              </a:spcBef>
              <a:buNone/>
              <a:defRPr sz="2200">
                <a:solidFill>
                  <a:schemeClr val="accent1"/>
                </a:solidFill>
              </a:defRPr>
            </a:lvl5pPr>
            <a:lvl6pPr marL="0" indent="0" algn="l">
              <a:lnSpc>
                <a:spcPct val="90000"/>
              </a:lnSpc>
              <a:spcBef>
                <a:spcPts val="0"/>
              </a:spcBef>
              <a:buNone/>
              <a:defRPr sz="2200">
                <a:solidFill>
                  <a:schemeClr val="accent1"/>
                </a:solidFill>
              </a:defRPr>
            </a:lvl6pPr>
            <a:lvl7pPr marL="0" indent="0" algn="l">
              <a:lnSpc>
                <a:spcPct val="90000"/>
              </a:lnSpc>
              <a:spcBef>
                <a:spcPts val="0"/>
              </a:spcBef>
              <a:buNone/>
              <a:defRPr sz="2200">
                <a:solidFill>
                  <a:schemeClr val="accent1"/>
                </a:solidFill>
              </a:defRPr>
            </a:lvl7pPr>
            <a:lvl8pPr marL="0" indent="0" algn="l">
              <a:lnSpc>
                <a:spcPct val="90000"/>
              </a:lnSpc>
              <a:spcBef>
                <a:spcPts val="0"/>
              </a:spcBef>
              <a:buNone/>
              <a:defRPr sz="2200">
                <a:solidFill>
                  <a:schemeClr val="accent1"/>
                </a:solidFill>
              </a:defRPr>
            </a:lvl8pPr>
            <a:lvl9pPr marL="0" indent="0" algn="l">
              <a:lnSpc>
                <a:spcPct val="90000"/>
              </a:lnSpc>
              <a:spcBef>
                <a:spcPts val="0"/>
              </a:spcBef>
              <a:buNone/>
              <a:defRPr sz="2200">
                <a:solidFill>
                  <a:schemeClr val="accent1"/>
                </a:solidFill>
              </a:defRPr>
            </a:lvl9pPr>
          </a:lstStyle>
          <a:p>
            <a:r>
              <a:rPr lang="en-US"/>
              <a:t>[Optional subtitle]</a:t>
            </a:r>
          </a:p>
        </p:txBody>
      </p:sp>
      <p:sp>
        <p:nvSpPr>
          <p:cNvPr id="3" name="Content Placeholder 3">
            <a:extLst>
              <a:ext uri="{FF2B5EF4-FFF2-40B4-BE49-F238E27FC236}">
                <a16:creationId xmlns:a16="http://schemas.microsoft.com/office/drawing/2014/main" id="{C7334540-1044-B299-0E04-200DECD3F39F}"/>
              </a:ext>
            </a:extLst>
          </p:cNvPr>
          <p:cNvSpPr>
            <a:spLocks noGrp="1"/>
          </p:cNvSpPr>
          <p:nvPr>
            <p:ph sz="half" idx="1"/>
          </p:nvPr>
        </p:nvSpPr>
        <p:spPr>
          <a:xfrm>
            <a:off x="457200" y="1965960"/>
            <a:ext cx="2651760" cy="44348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4">
            <a:extLst>
              <a:ext uri="{FF2B5EF4-FFF2-40B4-BE49-F238E27FC236}">
                <a16:creationId xmlns:a16="http://schemas.microsoft.com/office/drawing/2014/main" id="{D86F643D-4932-E94A-8CDC-86678356C636}"/>
              </a:ext>
            </a:extLst>
          </p:cNvPr>
          <p:cNvSpPr>
            <a:spLocks noGrp="1"/>
          </p:cNvSpPr>
          <p:nvPr>
            <p:ph sz="half" idx="2"/>
          </p:nvPr>
        </p:nvSpPr>
        <p:spPr>
          <a:xfrm>
            <a:off x="3331464" y="1965960"/>
            <a:ext cx="2651760" cy="44348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a:extLst>
              <a:ext uri="{FF2B5EF4-FFF2-40B4-BE49-F238E27FC236}">
                <a16:creationId xmlns:a16="http://schemas.microsoft.com/office/drawing/2014/main" id="{793F542D-B19E-244D-D1B3-D3C8B34A5B90}"/>
              </a:ext>
            </a:extLst>
          </p:cNvPr>
          <p:cNvSpPr>
            <a:spLocks noGrp="1"/>
          </p:cNvSpPr>
          <p:nvPr>
            <p:ph sz="quarter" idx="14"/>
          </p:nvPr>
        </p:nvSpPr>
        <p:spPr>
          <a:xfrm>
            <a:off x="6205728" y="1965960"/>
            <a:ext cx="2651760" cy="44348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6">
            <a:extLst>
              <a:ext uri="{FF2B5EF4-FFF2-40B4-BE49-F238E27FC236}">
                <a16:creationId xmlns:a16="http://schemas.microsoft.com/office/drawing/2014/main" id="{A989C284-3BB2-C50F-0B95-46EEF54D65FE}"/>
              </a:ext>
            </a:extLst>
          </p:cNvPr>
          <p:cNvSpPr>
            <a:spLocks noGrp="1"/>
          </p:cNvSpPr>
          <p:nvPr>
            <p:ph sz="quarter" idx="15"/>
          </p:nvPr>
        </p:nvSpPr>
        <p:spPr>
          <a:xfrm>
            <a:off x="9079992" y="1965960"/>
            <a:ext cx="2651760" cy="44348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606385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9" pos="3768" userDrawn="1">
          <p15:clr>
            <a:srgbClr val="A4A3A4"/>
          </p15:clr>
        </p15:guide>
        <p15:guide id="10" pos="3908" userDrawn="1">
          <p15:clr>
            <a:srgbClr val="A4A3A4"/>
          </p15:clr>
        </p15:guide>
        <p15:guide id="11" pos="1960" userDrawn="1">
          <p15:clr>
            <a:srgbClr val="A4A3A4"/>
          </p15:clr>
        </p15:guide>
        <p15:guide id="12" pos="2096" userDrawn="1">
          <p15:clr>
            <a:srgbClr val="A4A3A4"/>
          </p15:clr>
        </p15:guide>
        <p15:guide id="13" pos="5580" userDrawn="1">
          <p15:clr>
            <a:srgbClr val="A4A3A4"/>
          </p15:clr>
        </p15:guide>
        <p15:guide id="14" pos="5716" userDrawn="1">
          <p15:clr>
            <a:srgbClr val="A4A3A4"/>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ix Content">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6AE1C3AB-C57C-49F2-5F11-7906377FCE0C}"/>
              </a:ext>
            </a:extLst>
          </p:cNvPr>
          <p:cNvSpPr>
            <a:spLocks noGrp="1"/>
          </p:cNvSpPr>
          <p:nvPr>
            <p:ph type="title" hasCustomPrompt="1"/>
          </p:nvPr>
        </p:nvSpPr>
        <p:spPr/>
        <p:txBody>
          <a:bodyPr/>
          <a:lstStyle/>
          <a:p>
            <a:r>
              <a:rPr lang="en-US"/>
              <a:t>[Slide title]</a:t>
            </a:r>
          </a:p>
        </p:txBody>
      </p:sp>
      <p:sp>
        <p:nvSpPr>
          <p:cNvPr id="17" name="Subtitle 2">
            <a:extLst>
              <a:ext uri="{FF2B5EF4-FFF2-40B4-BE49-F238E27FC236}">
                <a16:creationId xmlns:a16="http://schemas.microsoft.com/office/drawing/2014/main" id="{2067E5CE-A64C-F4C5-5BC1-C41099147E64}"/>
              </a:ext>
            </a:extLst>
          </p:cNvPr>
          <p:cNvSpPr>
            <a:spLocks noGrp="1"/>
          </p:cNvSpPr>
          <p:nvPr>
            <p:ph type="subTitle" idx="13" hasCustomPrompt="1"/>
          </p:nvPr>
        </p:nvSpPr>
        <p:spPr>
          <a:xfrm>
            <a:off x="457199" y="960121"/>
            <a:ext cx="7443216" cy="687010"/>
          </a:xfrm>
        </p:spPr>
        <p:txBody>
          <a:bodyPr>
            <a:noAutofit/>
          </a:bodyPr>
          <a:lstStyle>
            <a:lvl1pPr marL="0" indent="0" algn="l">
              <a:lnSpc>
                <a:spcPct val="90000"/>
              </a:lnSpc>
              <a:spcBef>
                <a:spcPts val="0"/>
              </a:spcBef>
              <a:buNone/>
              <a:defRPr sz="2200">
                <a:solidFill>
                  <a:schemeClr val="accent1"/>
                </a:solidFill>
              </a:defRPr>
            </a:lvl1pPr>
            <a:lvl2pPr marL="0" indent="0" algn="l">
              <a:lnSpc>
                <a:spcPct val="90000"/>
              </a:lnSpc>
              <a:spcBef>
                <a:spcPts val="0"/>
              </a:spcBef>
              <a:buNone/>
              <a:defRPr sz="2200">
                <a:solidFill>
                  <a:schemeClr val="accent1"/>
                </a:solidFill>
              </a:defRPr>
            </a:lvl2pPr>
            <a:lvl3pPr marL="0" indent="0" algn="l">
              <a:lnSpc>
                <a:spcPct val="90000"/>
              </a:lnSpc>
              <a:spcBef>
                <a:spcPts val="0"/>
              </a:spcBef>
              <a:buNone/>
              <a:defRPr sz="2200">
                <a:solidFill>
                  <a:schemeClr val="accent1"/>
                </a:solidFill>
              </a:defRPr>
            </a:lvl3pPr>
            <a:lvl4pPr marL="0" indent="0" algn="l">
              <a:lnSpc>
                <a:spcPct val="90000"/>
              </a:lnSpc>
              <a:spcBef>
                <a:spcPts val="0"/>
              </a:spcBef>
              <a:buNone/>
              <a:defRPr sz="2200">
                <a:solidFill>
                  <a:schemeClr val="accent1"/>
                </a:solidFill>
              </a:defRPr>
            </a:lvl4pPr>
            <a:lvl5pPr marL="0" indent="0" algn="l">
              <a:lnSpc>
                <a:spcPct val="90000"/>
              </a:lnSpc>
              <a:spcBef>
                <a:spcPts val="0"/>
              </a:spcBef>
              <a:buNone/>
              <a:defRPr sz="2200">
                <a:solidFill>
                  <a:schemeClr val="accent1"/>
                </a:solidFill>
              </a:defRPr>
            </a:lvl5pPr>
            <a:lvl6pPr marL="0" indent="0" algn="l">
              <a:lnSpc>
                <a:spcPct val="90000"/>
              </a:lnSpc>
              <a:spcBef>
                <a:spcPts val="0"/>
              </a:spcBef>
              <a:buNone/>
              <a:defRPr sz="2200">
                <a:solidFill>
                  <a:schemeClr val="accent1"/>
                </a:solidFill>
              </a:defRPr>
            </a:lvl6pPr>
            <a:lvl7pPr marL="0" indent="0" algn="l">
              <a:lnSpc>
                <a:spcPct val="90000"/>
              </a:lnSpc>
              <a:spcBef>
                <a:spcPts val="0"/>
              </a:spcBef>
              <a:buNone/>
              <a:defRPr sz="2200">
                <a:solidFill>
                  <a:schemeClr val="accent1"/>
                </a:solidFill>
              </a:defRPr>
            </a:lvl7pPr>
            <a:lvl8pPr marL="0" indent="0" algn="l">
              <a:lnSpc>
                <a:spcPct val="90000"/>
              </a:lnSpc>
              <a:spcBef>
                <a:spcPts val="0"/>
              </a:spcBef>
              <a:buNone/>
              <a:defRPr sz="2200">
                <a:solidFill>
                  <a:schemeClr val="accent1"/>
                </a:solidFill>
              </a:defRPr>
            </a:lvl8pPr>
            <a:lvl9pPr marL="0" indent="0" algn="l">
              <a:lnSpc>
                <a:spcPct val="90000"/>
              </a:lnSpc>
              <a:spcBef>
                <a:spcPts val="0"/>
              </a:spcBef>
              <a:buNone/>
              <a:defRPr sz="2200">
                <a:solidFill>
                  <a:schemeClr val="accent1"/>
                </a:solidFill>
              </a:defRPr>
            </a:lvl9pPr>
          </a:lstStyle>
          <a:p>
            <a:r>
              <a:rPr lang="en-US"/>
              <a:t>[Optional subtitle]</a:t>
            </a:r>
          </a:p>
        </p:txBody>
      </p:sp>
      <p:sp>
        <p:nvSpPr>
          <p:cNvPr id="3" name="Content Placeholder 3">
            <a:extLst>
              <a:ext uri="{FF2B5EF4-FFF2-40B4-BE49-F238E27FC236}">
                <a16:creationId xmlns:a16="http://schemas.microsoft.com/office/drawing/2014/main" id="{C7334540-1044-B299-0E04-200DECD3F39F}"/>
              </a:ext>
            </a:extLst>
          </p:cNvPr>
          <p:cNvSpPr>
            <a:spLocks noGrp="1"/>
          </p:cNvSpPr>
          <p:nvPr>
            <p:ph sz="half" idx="1"/>
          </p:nvPr>
        </p:nvSpPr>
        <p:spPr>
          <a:xfrm>
            <a:off x="457200" y="1965960"/>
            <a:ext cx="1691640" cy="44348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4">
            <a:extLst>
              <a:ext uri="{FF2B5EF4-FFF2-40B4-BE49-F238E27FC236}">
                <a16:creationId xmlns:a16="http://schemas.microsoft.com/office/drawing/2014/main" id="{D86F643D-4932-E94A-8CDC-86678356C636}"/>
              </a:ext>
            </a:extLst>
          </p:cNvPr>
          <p:cNvSpPr>
            <a:spLocks noGrp="1"/>
          </p:cNvSpPr>
          <p:nvPr>
            <p:ph sz="half" idx="2"/>
          </p:nvPr>
        </p:nvSpPr>
        <p:spPr>
          <a:xfrm>
            <a:off x="2373782" y="1965960"/>
            <a:ext cx="1691640" cy="44348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a:extLst>
              <a:ext uri="{FF2B5EF4-FFF2-40B4-BE49-F238E27FC236}">
                <a16:creationId xmlns:a16="http://schemas.microsoft.com/office/drawing/2014/main" id="{793F542D-B19E-244D-D1B3-D3C8B34A5B90}"/>
              </a:ext>
            </a:extLst>
          </p:cNvPr>
          <p:cNvSpPr>
            <a:spLocks noGrp="1"/>
          </p:cNvSpPr>
          <p:nvPr>
            <p:ph sz="quarter" idx="14"/>
          </p:nvPr>
        </p:nvSpPr>
        <p:spPr>
          <a:xfrm>
            <a:off x="4290364" y="1965960"/>
            <a:ext cx="1691640" cy="44348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6">
            <a:extLst>
              <a:ext uri="{FF2B5EF4-FFF2-40B4-BE49-F238E27FC236}">
                <a16:creationId xmlns:a16="http://schemas.microsoft.com/office/drawing/2014/main" id="{748796F9-D67F-ABA2-E02B-E3C76382FF1B}"/>
              </a:ext>
            </a:extLst>
          </p:cNvPr>
          <p:cNvSpPr>
            <a:spLocks noGrp="1"/>
          </p:cNvSpPr>
          <p:nvPr>
            <p:ph sz="quarter" idx="15"/>
          </p:nvPr>
        </p:nvSpPr>
        <p:spPr>
          <a:xfrm>
            <a:off x="6206946" y="1965960"/>
            <a:ext cx="1691640" cy="44348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7">
            <a:extLst>
              <a:ext uri="{FF2B5EF4-FFF2-40B4-BE49-F238E27FC236}">
                <a16:creationId xmlns:a16="http://schemas.microsoft.com/office/drawing/2014/main" id="{02E0C135-DBBD-9FEC-4EC0-590A5F95478A}"/>
              </a:ext>
            </a:extLst>
          </p:cNvPr>
          <p:cNvSpPr>
            <a:spLocks noGrp="1"/>
          </p:cNvSpPr>
          <p:nvPr>
            <p:ph sz="quarter" idx="16"/>
          </p:nvPr>
        </p:nvSpPr>
        <p:spPr>
          <a:xfrm>
            <a:off x="8123528" y="1965960"/>
            <a:ext cx="1691640" cy="44348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8">
            <a:extLst>
              <a:ext uri="{FF2B5EF4-FFF2-40B4-BE49-F238E27FC236}">
                <a16:creationId xmlns:a16="http://schemas.microsoft.com/office/drawing/2014/main" id="{FD0A22A9-C6C7-7935-D959-799ECFFF3126}"/>
              </a:ext>
            </a:extLst>
          </p:cNvPr>
          <p:cNvSpPr>
            <a:spLocks noGrp="1"/>
          </p:cNvSpPr>
          <p:nvPr>
            <p:ph sz="quarter" idx="17"/>
          </p:nvPr>
        </p:nvSpPr>
        <p:spPr>
          <a:xfrm>
            <a:off x="10040112" y="1965960"/>
            <a:ext cx="1691640" cy="44348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1668906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1" pos="3768" userDrawn="1">
          <p15:clr>
            <a:srgbClr val="A4A3A4"/>
          </p15:clr>
        </p15:guide>
        <p15:guide id="12" pos="3908" userDrawn="1">
          <p15:clr>
            <a:srgbClr val="A4A3A4"/>
          </p15:clr>
        </p15:guide>
        <p15:guide id="13" pos="1498" userDrawn="1">
          <p15:clr>
            <a:srgbClr val="A4A3A4"/>
          </p15:clr>
        </p15:guide>
        <p15:guide id="14" pos="1352" userDrawn="1">
          <p15:clr>
            <a:srgbClr val="A4A3A4"/>
          </p15:clr>
        </p15:guide>
        <p15:guide id="15" pos="2558" userDrawn="1">
          <p15:clr>
            <a:srgbClr val="A4A3A4"/>
          </p15:clr>
        </p15:guide>
        <p15:guide id="16" pos="2702" userDrawn="1">
          <p15:clr>
            <a:srgbClr val="A4A3A4"/>
          </p15:clr>
        </p15:guide>
        <p15:guide id="17" pos="4978" userDrawn="1">
          <p15:clr>
            <a:srgbClr val="A4A3A4"/>
          </p15:clr>
        </p15:guide>
        <p15:guide id="18" pos="5122" userDrawn="1">
          <p15:clr>
            <a:srgbClr val="A4A3A4"/>
          </p15:clr>
        </p15:guide>
        <p15:guide id="19" pos="6182" userDrawn="1">
          <p15:clr>
            <a:srgbClr val="A4A3A4"/>
          </p15:clr>
        </p15:guide>
        <p15:guide id="20" pos="6326" userDrawn="1">
          <p15:clr>
            <a:srgbClr val="A4A3A4"/>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eam Bios">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6AE1C3AB-C57C-49F2-5F11-7906377FCE0C}"/>
              </a:ext>
            </a:extLst>
          </p:cNvPr>
          <p:cNvSpPr>
            <a:spLocks noGrp="1"/>
          </p:cNvSpPr>
          <p:nvPr>
            <p:ph type="title" hasCustomPrompt="1"/>
          </p:nvPr>
        </p:nvSpPr>
        <p:spPr/>
        <p:txBody>
          <a:bodyPr/>
          <a:lstStyle/>
          <a:p>
            <a:r>
              <a:rPr lang="en-US"/>
              <a:t>[Slide title]</a:t>
            </a:r>
          </a:p>
        </p:txBody>
      </p:sp>
      <p:sp>
        <p:nvSpPr>
          <p:cNvPr id="17" name="Subtitle 2">
            <a:extLst>
              <a:ext uri="{FF2B5EF4-FFF2-40B4-BE49-F238E27FC236}">
                <a16:creationId xmlns:a16="http://schemas.microsoft.com/office/drawing/2014/main" id="{2067E5CE-A64C-F4C5-5BC1-C41099147E64}"/>
              </a:ext>
            </a:extLst>
          </p:cNvPr>
          <p:cNvSpPr>
            <a:spLocks noGrp="1"/>
          </p:cNvSpPr>
          <p:nvPr>
            <p:ph type="subTitle" idx="13" hasCustomPrompt="1"/>
          </p:nvPr>
        </p:nvSpPr>
        <p:spPr>
          <a:xfrm>
            <a:off x="457199" y="960121"/>
            <a:ext cx="7443216" cy="687010"/>
          </a:xfrm>
        </p:spPr>
        <p:txBody>
          <a:bodyPr>
            <a:noAutofit/>
          </a:bodyPr>
          <a:lstStyle>
            <a:lvl1pPr marL="0" indent="0" algn="l">
              <a:lnSpc>
                <a:spcPct val="90000"/>
              </a:lnSpc>
              <a:spcBef>
                <a:spcPts val="0"/>
              </a:spcBef>
              <a:buNone/>
              <a:defRPr sz="2200">
                <a:solidFill>
                  <a:schemeClr val="accent1"/>
                </a:solidFill>
              </a:defRPr>
            </a:lvl1pPr>
            <a:lvl2pPr marL="0" indent="0" algn="l">
              <a:lnSpc>
                <a:spcPct val="90000"/>
              </a:lnSpc>
              <a:spcBef>
                <a:spcPts val="0"/>
              </a:spcBef>
              <a:buNone/>
              <a:defRPr sz="2200">
                <a:solidFill>
                  <a:schemeClr val="accent1"/>
                </a:solidFill>
              </a:defRPr>
            </a:lvl2pPr>
            <a:lvl3pPr marL="0" indent="0" algn="l">
              <a:lnSpc>
                <a:spcPct val="90000"/>
              </a:lnSpc>
              <a:spcBef>
                <a:spcPts val="0"/>
              </a:spcBef>
              <a:buNone/>
              <a:defRPr sz="2200">
                <a:solidFill>
                  <a:schemeClr val="accent1"/>
                </a:solidFill>
              </a:defRPr>
            </a:lvl3pPr>
            <a:lvl4pPr marL="0" indent="0" algn="l">
              <a:lnSpc>
                <a:spcPct val="90000"/>
              </a:lnSpc>
              <a:spcBef>
                <a:spcPts val="0"/>
              </a:spcBef>
              <a:buNone/>
              <a:defRPr sz="2200">
                <a:solidFill>
                  <a:schemeClr val="accent1"/>
                </a:solidFill>
              </a:defRPr>
            </a:lvl4pPr>
            <a:lvl5pPr marL="0" indent="0" algn="l">
              <a:lnSpc>
                <a:spcPct val="90000"/>
              </a:lnSpc>
              <a:spcBef>
                <a:spcPts val="0"/>
              </a:spcBef>
              <a:buNone/>
              <a:defRPr sz="2200">
                <a:solidFill>
                  <a:schemeClr val="accent1"/>
                </a:solidFill>
              </a:defRPr>
            </a:lvl5pPr>
            <a:lvl6pPr marL="0" indent="0" algn="l">
              <a:lnSpc>
                <a:spcPct val="90000"/>
              </a:lnSpc>
              <a:spcBef>
                <a:spcPts val="0"/>
              </a:spcBef>
              <a:buNone/>
              <a:defRPr sz="2200">
                <a:solidFill>
                  <a:schemeClr val="accent1"/>
                </a:solidFill>
              </a:defRPr>
            </a:lvl6pPr>
            <a:lvl7pPr marL="0" indent="0" algn="l">
              <a:lnSpc>
                <a:spcPct val="90000"/>
              </a:lnSpc>
              <a:spcBef>
                <a:spcPts val="0"/>
              </a:spcBef>
              <a:buNone/>
              <a:defRPr sz="2200">
                <a:solidFill>
                  <a:schemeClr val="accent1"/>
                </a:solidFill>
              </a:defRPr>
            </a:lvl7pPr>
            <a:lvl8pPr marL="0" indent="0" algn="l">
              <a:lnSpc>
                <a:spcPct val="90000"/>
              </a:lnSpc>
              <a:spcBef>
                <a:spcPts val="0"/>
              </a:spcBef>
              <a:buNone/>
              <a:defRPr sz="2200">
                <a:solidFill>
                  <a:schemeClr val="accent1"/>
                </a:solidFill>
              </a:defRPr>
            </a:lvl8pPr>
            <a:lvl9pPr marL="0" indent="0" algn="l">
              <a:lnSpc>
                <a:spcPct val="90000"/>
              </a:lnSpc>
              <a:spcBef>
                <a:spcPts val="0"/>
              </a:spcBef>
              <a:buNone/>
              <a:defRPr sz="2200">
                <a:solidFill>
                  <a:schemeClr val="accent1"/>
                </a:solidFill>
              </a:defRPr>
            </a:lvl9pPr>
          </a:lstStyle>
          <a:p>
            <a:r>
              <a:rPr lang="en-US"/>
              <a:t>[Optional subtitle]</a:t>
            </a:r>
          </a:p>
        </p:txBody>
      </p:sp>
      <p:sp>
        <p:nvSpPr>
          <p:cNvPr id="14" name="Picture Placeholder 3">
            <a:extLst>
              <a:ext uri="{FF2B5EF4-FFF2-40B4-BE49-F238E27FC236}">
                <a16:creationId xmlns:a16="http://schemas.microsoft.com/office/drawing/2014/main" id="{C80EB16B-86D4-EA16-D321-66564B5438BD}"/>
              </a:ext>
            </a:extLst>
          </p:cNvPr>
          <p:cNvSpPr>
            <a:spLocks noGrp="1" noChangeAspect="1"/>
          </p:cNvSpPr>
          <p:nvPr>
            <p:ph type="pic" sz="quarter" idx="18"/>
          </p:nvPr>
        </p:nvSpPr>
        <p:spPr>
          <a:xfrm>
            <a:off x="457200" y="1965325"/>
            <a:ext cx="1234440" cy="1234441"/>
          </a:xfrm>
          <a:prstGeom prst="ellipse">
            <a:avLst/>
          </a:prstGeom>
          <a:solidFill>
            <a:srgbClr val="D8D8D8"/>
          </a:solidFill>
        </p:spPr>
        <p:txBody>
          <a:bodyPr anchor="ctr" anchorCtr="0"/>
          <a:lstStyle>
            <a:lvl1pPr marL="0" indent="0" algn="ctr">
              <a:spcBef>
                <a:spcPts val="0"/>
              </a:spcBef>
              <a:buFontTx/>
              <a:buNone/>
              <a:defRPr sz="900"/>
            </a:lvl1pPr>
          </a:lstStyle>
          <a:p>
            <a:r>
              <a:rPr lang="en-US"/>
              <a:t>Click icon to add picture</a:t>
            </a:r>
          </a:p>
        </p:txBody>
      </p:sp>
      <p:sp>
        <p:nvSpPr>
          <p:cNvPr id="3" name="Content Placeholder 4">
            <a:extLst>
              <a:ext uri="{FF2B5EF4-FFF2-40B4-BE49-F238E27FC236}">
                <a16:creationId xmlns:a16="http://schemas.microsoft.com/office/drawing/2014/main" id="{C7334540-1044-B299-0E04-200DECD3F39F}"/>
              </a:ext>
            </a:extLst>
          </p:cNvPr>
          <p:cNvSpPr>
            <a:spLocks noGrp="1"/>
          </p:cNvSpPr>
          <p:nvPr>
            <p:ph sz="half" idx="1" hasCustomPrompt="1"/>
          </p:nvPr>
        </p:nvSpPr>
        <p:spPr>
          <a:xfrm>
            <a:off x="457200" y="3383280"/>
            <a:ext cx="1691640" cy="3017520"/>
          </a:xfrm>
        </p:spPr>
        <p:txBody>
          <a:bodyPr/>
          <a:lstStyle>
            <a:lvl1pPr marL="0" indent="0">
              <a:spcBef>
                <a:spcPts val="0"/>
              </a:spcBef>
              <a:buFontTx/>
              <a:buNone/>
              <a:defRPr sz="1100" b="0" i="0">
                <a:latin typeface="+mj-lt"/>
              </a:defRPr>
            </a:lvl1pPr>
            <a:lvl2pPr marL="0" indent="0">
              <a:spcBef>
                <a:spcPts val="600"/>
              </a:spcBef>
              <a:buFontTx/>
              <a:buNone/>
              <a:defRPr sz="1000"/>
            </a:lvl2pPr>
            <a:lvl3pPr marL="182880">
              <a:spcBef>
                <a:spcPts val="300"/>
              </a:spcBef>
              <a:defRPr sz="1000"/>
            </a:lvl3pPr>
            <a:lvl4pPr marL="365760">
              <a:spcBef>
                <a:spcPts val="300"/>
              </a:spcBef>
              <a:defRPr sz="1000"/>
            </a:lvl4pPr>
            <a:lvl5pPr marL="548640">
              <a:spcBef>
                <a:spcPts val="300"/>
              </a:spcBef>
              <a:defRPr sz="1000"/>
            </a:lvl5pPr>
            <a:lvl6pPr marL="731520">
              <a:spcBef>
                <a:spcPts val="300"/>
              </a:spcBef>
              <a:defRPr sz="1000"/>
            </a:lvl6pPr>
            <a:lvl7pPr marL="914400">
              <a:spcBef>
                <a:spcPts val="300"/>
              </a:spcBef>
              <a:defRPr sz="1000"/>
            </a:lvl7pPr>
            <a:lvl8pPr marL="1097280">
              <a:spcBef>
                <a:spcPts val="300"/>
              </a:spcBef>
              <a:defRPr sz="1000"/>
            </a:lvl8pPr>
            <a:lvl9pPr marL="1280160">
              <a:spcBef>
                <a:spcPts val="300"/>
              </a:spcBef>
              <a:defRPr sz="1000"/>
            </a:lvl9pPr>
          </a:lstStyle>
          <a:p>
            <a:pPr lvl="0"/>
            <a:r>
              <a:rPr lang="en-US"/>
              <a:t>[</a:t>
            </a:r>
            <a:r>
              <a:rPr lang="en-US" err="1"/>
              <a:t>Firstname</a:t>
            </a:r>
            <a:r>
              <a:rPr lang="en-US"/>
              <a:t> </a:t>
            </a:r>
            <a:r>
              <a:rPr lang="en-US" err="1"/>
              <a:t>Lastname</a:t>
            </a:r>
            <a:r>
              <a:rPr lang="en-US"/>
              <a:t>]</a:t>
            </a:r>
            <a:br>
              <a:rPr lang="en-US"/>
            </a:br>
            <a:r>
              <a:rPr lang="en-US"/>
              <a:t>[Title]</a:t>
            </a:r>
          </a:p>
          <a:p>
            <a:pPr lvl="1"/>
            <a:r>
              <a:rPr lang="en-US"/>
              <a:t>Second level</a:t>
            </a:r>
          </a:p>
          <a:p>
            <a:pPr lvl="2"/>
            <a:r>
              <a:rPr lang="en-US"/>
              <a:t>Third level</a:t>
            </a:r>
          </a:p>
          <a:p>
            <a:pPr lvl="3"/>
            <a:r>
              <a:rPr lang="en-US"/>
              <a:t>Fourth level</a:t>
            </a:r>
          </a:p>
          <a:p>
            <a:pPr lvl="4"/>
            <a:r>
              <a:rPr lang="en-US"/>
              <a:t>Fifth level</a:t>
            </a:r>
          </a:p>
        </p:txBody>
      </p:sp>
      <p:sp>
        <p:nvSpPr>
          <p:cNvPr id="15" name="Picture Placeholder 5">
            <a:extLst>
              <a:ext uri="{FF2B5EF4-FFF2-40B4-BE49-F238E27FC236}">
                <a16:creationId xmlns:a16="http://schemas.microsoft.com/office/drawing/2014/main" id="{75993CF0-AC5B-5488-0D07-0F10F044FE6E}"/>
              </a:ext>
            </a:extLst>
          </p:cNvPr>
          <p:cNvSpPr>
            <a:spLocks noGrp="1" noChangeAspect="1"/>
          </p:cNvSpPr>
          <p:nvPr>
            <p:ph type="pic" sz="quarter" idx="19"/>
          </p:nvPr>
        </p:nvSpPr>
        <p:spPr>
          <a:xfrm>
            <a:off x="2373782" y="1965325"/>
            <a:ext cx="1234440" cy="1234441"/>
          </a:xfrm>
          <a:prstGeom prst="ellipse">
            <a:avLst/>
          </a:prstGeom>
          <a:solidFill>
            <a:srgbClr val="D8D8D8"/>
          </a:solidFill>
        </p:spPr>
        <p:txBody>
          <a:bodyPr anchor="ctr" anchorCtr="0"/>
          <a:lstStyle>
            <a:lvl1pPr marL="0" indent="0" algn="ctr">
              <a:spcBef>
                <a:spcPts val="0"/>
              </a:spcBef>
              <a:buFontTx/>
              <a:buNone/>
              <a:defRPr sz="900"/>
            </a:lvl1pPr>
          </a:lstStyle>
          <a:p>
            <a:r>
              <a:rPr lang="en-US"/>
              <a:t>Click icon to add picture</a:t>
            </a:r>
          </a:p>
        </p:txBody>
      </p:sp>
      <p:sp>
        <p:nvSpPr>
          <p:cNvPr id="4" name="Content Placeholder 6">
            <a:extLst>
              <a:ext uri="{FF2B5EF4-FFF2-40B4-BE49-F238E27FC236}">
                <a16:creationId xmlns:a16="http://schemas.microsoft.com/office/drawing/2014/main" id="{D86F643D-4932-E94A-8CDC-86678356C636}"/>
              </a:ext>
            </a:extLst>
          </p:cNvPr>
          <p:cNvSpPr>
            <a:spLocks noGrp="1"/>
          </p:cNvSpPr>
          <p:nvPr>
            <p:ph sz="half" idx="2" hasCustomPrompt="1"/>
          </p:nvPr>
        </p:nvSpPr>
        <p:spPr>
          <a:xfrm>
            <a:off x="2373782" y="3383280"/>
            <a:ext cx="1691640" cy="3017520"/>
          </a:xfrm>
        </p:spPr>
        <p:txBody>
          <a:bodyPr/>
          <a:lstStyle>
            <a:lvl1pPr marL="0" indent="0">
              <a:spcBef>
                <a:spcPts val="0"/>
              </a:spcBef>
              <a:buFontTx/>
              <a:buNone/>
              <a:defRPr sz="1100" b="0" i="0">
                <a:latin typeface="+mj-lt"/>
              </a:defRPr>
            </a:lvl1pPr>
            <a:lvl2pPr marL="0" indent="0">
              <a:spcBef>
                <a:spcPts val="600"/>
              </a:spcBef>
              <a:buFontTx/>
              <a:buNone/>
              <a:defRPr sz="1000"/>
            </a:lvl2pPr>
            <a:lvl3pPr marL="182880">
              <a:spcBef>
                <a:spcPts val="300"/>
              </a:spcBef>
              <a:defRPr sz="1000"/>
            </a:lvl3pPr>
            <a:lvl4pPr marL="365760">
              <a:spcBef>
                <a:spcPts val="300"/>
              </a:spcBef>
              <a:defRPr sz="1000"/>
            </a:lvl4pPr>
            <a:lvl5pPr marL="548640">
              <a:spcBef>
                <a:spcPts val="300"/>
              </a:spcBef>
              <a:defRPr sz="1000"/>
            </a:lvl5pPr>
            <a:lvl6pPr marL="731520">
              <a:spcBef>
                <a:spcPts val="300"/>
              </a:spcBef>
              <a:defRPr sz="1000"/>
            </a:lvl6pPr>
            <a:lvl7pPr marL="914400">
              <a:spcBef>
                <a:spcPts val="300"/>
              </a:spcBef>
              <a:defRPr sz="1000"/>
            </a:lvl7pPr>
            <a:lvl8pPr marL="1097280">
              <a:spcBef>
                <a:spcPts val="300"/>
              </a:spcBef>
              <a:defRPr sz="1000"/>
            </a:lvl8pPr>
            <a:lvl9pPr marL="1280160">
              <a:spcBef>
                <a:spcPts val="300"/>
              </a:spcBef>
              <a:defRPr sz="1000"/>
            </a:lvl9pPr>
          </a:lstStyle>
          <a:p>
            <a:pPr lvl="0"/>
            <a:r>
              <a:rPr lang="en-US"/>
              <a:t>[</a:t>
            </a:r>
            <a:r>
              <a:rPr lang="en-US" err="1"/>
              <a:t>Firstname</a:t>
            </a:r>
            <a:r>
              <a:rPr lang="en-US"/>
              <a:t> </a:t>
            </a:r>
            <a:r>
              <a:rPr lang="en-US" err="1"/>
              <a:t>Lastname</a:t>
            </a:r>
            <a:r>
              <a:rPr lang="en-US"/>
              <a:t>]</a:t>
            </a:r>
            <a:br>
              <a:rPr lang="en-US"/>
            </a:br>
            <a:r>
              <a:rPr lang="en-US"/>
              <a:t>[Title]</a:t>
            </a:r>
          </a:p>
          <a:p>
            <a:pPr lvl="1"/>
            <a:r>
              <a:rPr lang="en-US"/>
              <a:t>Second level</a:t>
            </a:r>
          </a:p>
          <a:p>
            <a:pPr lvl="2"/>
            <a:r>
              <a:rPr lang="en-US"/>
              <a:t>Third level</a:t>
            </a:r>
          </a:p>
          <a:p>
            <a:pPr lvl="3"/>
            <a:r>
              <a:rPr lang="en-US"/>
              <a:t>Fourth level</a:t>
            </a:r>
          </a:p>
          <a:p>
            <a:pPr lvl="4"/>
            <a:r>
              <a:rPr lang="en-US"/>
              <a:t>Fifth level</a:t>
            </a:r>
          </a:p>
        </p:txBody>
      </p:sp>
      <p:sp>
        <p:nvSpPr>
          <p:cNvPr id="16" name="Picture Placeholder 7">
            <a:extLst>
              <a:ext uri="{FF2B5EF4-FFF2-40B4-BE49-F238E27FC236}">
                <a16:creationId xmlns:a16="http://schemas.microsoft.com/office/drawing/2014/main" id="{D4D90F94-EFCE-D087-4DEA-9C5C4CD098E1}"/>
              </a:ext>
            </a:extLst>
          </p:cNvPr>
          <p:cNvSpPr>
            <a:spLocks noGrp="1" noChangeAspect="1"/>
          </p:cNvSpPr>
          <p:nvPr>
            <p:ph type="pic" sz="quarter" idx="20"/>
          </p:nvPr>
        </p:nvSpPr>
        <p:spPr>
          <a:xfrm>
            <a:off x="4290364" y="1965325"/>
            <a:ext cx="1234440" cy="1234441"/>
          </a:xfrm>
          <a:prstGeom prst="ellipse">
            <a:avLst/>
          </a:prstGeom>
          <a:solidFill>
            <a:srgbClr val="D8D8D8"/>
          </a:solidFill>
        </p:spPr>
        <p:txBody>
          <a:bodyPr anchor="ctr" anchorCtr="0"/>
          <a:lstStyle>
            <a:lvl1pPr marL="0" indent="0" algn="ctr">
              <a:spcBef>
                <a:spcPts val="0"/>
              </a:spcBef>
              <a:buFontTx/>
              <a:buNone/>
              <a:defRPr sz="900"/>
            </a:lvl1pPr>
          </a:lstStyle>
          <a:p>
            <a:r>
              <a:rPr lang="en-US"/>
              <a:t>Click icon to add picture</a:t>
            </a:r>
          </a:p>
        </p:txBody>
      </p:sp>
      <p:sp>
        <p:nvSpPr>
          <p:cNvPr id="6" name="Content Placeholder 8">
            <a:extLst>
              <a:ext uri="{FF2B5EF4-FFF2-40B4-BE49-F238E27FC236}">
                <a16:creationId xmlns:a16="http://schemas.microsoft.com/office/drawing/2014/main" id="{793F542D-B19E-244D-D1B3-D3C8B34A5B90}"/>
              </a:ext>
            </a:extLst>
          </p:cNvPr>
          <p:cNvSpPr>
            <a:spLocks noGrp="1"/>
          </p:cNvSpPr>
          <p:nvPr>
            <p:ph sz="quarter" idx="14" hasCustomPrompt="1"/>
          </p:nvPr>
        </p:nvSpPr>
        <p:spPr>
          <a:xfrm>
            <a:off x="4290364" y="3383280"/>
            <a:ext cx="1691640" cy="3017520"/>
          </a:xfrm>
        </p:spPr>
        <p:txBody>
          <a:bodyPr/>
          <a:lstStyle>
            <a:lvl1pPr marL="0" indent="0">
              <a:spcBef>
                <a:spcPts val="0"/>
              </a:spcBef>
              <a:buFontTx/>
              <a:buNone/>
              <a:defRPr sz="1100" b="0" i="0">
                <a:latin typeface="+mj-lt"/>
              </a:defRPr>
            </a:lvl1pPr>
            <a:lvl2pPr marL="0" indent="0">
              <a:spcBef>
                <a:spcPts val="600"/>
              </a:spcBef>
              <a:buFontTx/>
              <a:buNone/>
              <a:defRPr sz="1000"/>
            </a:lvl2pPr>
            <a:lvl3pPr marL="182880">
              <a:spcBef>
                <a:spcPts val="300"/>
              </a:spcBef>
              <a:defRPr sz="1000"/>
            </a:lvl3pPr>
            <a:lvl4pPr marL="365760">
              <a:spcBef>
                <a:spcPts val="300"/>
              </a:spcBef>
              <a:defRPr sz="1000"/>
            </a:lvl4pPr>
            <a:lvl5pPr marL="548640">
              <a:spcBef>
                <a:spcPts val="300"/>
              </a:spcBef>
              <a:defRPr sz="1000"/>
            </a:lvl5pPr>
            <a:lvl6pPr marL="731520">
              <a:spcBef>
                <a:spcPts val="300"/>
              </a:spcBef>
              <a:defRPr sz="1000"/>
            </a:lvl6pPr>
            <a:lvl7pPr marL="914400">
              <a:spcBef>
                <a:spcPts val="300"/>
              </a:spcBef>
              <a:defRPr sz="1000"/>
            </a:lvl7pPr>
            <a:lvl8pPr marL="1097280">
              <a:spcBef>
                <a:spcPts val="300"/>
              </a:spcBef>
              <a:defRPr sz="1000"/>
            </a:lvl8pPr>
            <a:lvl9pPr marL="1280160">
              <a:spcBef>
                <a:spcPts val="300"/>
              </a:spcBef>
              <a:defRPr sz="1000"/>
            </a:lvl9pPr>
          </a:lstStyle>
          <a:p>
            <a:pPr lvl="0"/>
            <a:r>
              <a:rPr lang="en-US"/>
              <a:t>[</a:t>
            </a:r>
            <a:r>
              <a:rPr lang="en-US" err="1"/>
              <a:t>Firstname</a:t>
            </a:r>
            <a:r>
              <a:rPr lang="en-US"/>
              <a:t> </a:t>
            </a:r>
            <a:r>
              <a:rPr lang="en-US" err="1"/>
              <a:t>Lastname</a:t>
            </a:r>
            <a:r>
              <a:rPr lang="en-US"/>
              <a:t>]</a:t>
            </a:r>
            <a:br>
              <a:rPr lang="en-US"/>
            </a:br>
            <a:r>
              <a:rPr lang="en-US"/>
              <a:t>[Title]</a:t>
            </a:r>
          </a:p>
          <a:p>
            <a:pPr lvl="1"/>
            <a:r>
              <a:rPr lang="en-US"/>
              <a:t>Second level</a:t>
            </a:r>
          </a:p>
          <a:p>
            <a:pPr lvl="2"/>
            <a:r>
              <a:rPr lang="en-US"/>
              <a:t>Third level</a:t>
            </a:r>
          </a:p>
          <a:p>
            <a:pPr lvl="3"/>
            <a:r>
              <a:rPr lang="en-US"/>
              <a:t>Fourth level</a:t>
            </a:r>
          </a:p>
          <a:p>
            <a:pPr lvl="4"/>
            <a:r>
              <a:rPr lang="en-US"/>
              <a:t>Fifth level</a:t>
            </a:r>
          </a:p>
        </p:txBody>
      </p:sp>
      <p:sp>
        <p:nvSpPr>
          <p:cNvPr id="18" name="Picture Placeholder 9">
            <a:extLst>
              <a:ext uri="{FF2B5EF4-FFF2-40B4-BE49-F238E27FC236}">
                <a16:creationId xmlns:a16="http://schemas.microsoft.com/office/drawing/2014/main" id="{4710C054-21E2-846F-E21E-E7C85B88B7B3}"/>
              </a:ext>
            </a:extLst>
          </p:cNvPr>
          <p:cNvSpPr>
            <a:spLocks noGrp="1" noChangeAspect="1"/>
          </p:cNvSpPr>
          <p:nvPr>
            <p:ph type="pic" sz="quarter" idx="21"/>
          </p:nvPr>
        </p:nvSpPr>
        <p:spPr>
          <a:xfrm>
            <a:off x="6206946" y="1965325"/>
            <a:ext cx="1234440" cy="1234441"/>
          </a:xfrm>
          <a:prstGeom prst="ellipse">
            <a:avLst/>
          </a:prstGeom>
          <a:solidFill>
            <a:srgbClr val="D8D8D8"/>
          </a:solidFill>
        </p:spPr>
        <p:txBody>
          <a:bodyPr anchor="ctr" anchorCtr="0"/>
          <a:lstStyle>
            <a:lvl1pPr marL="0" indent="0" algn="ctr">
              <a:spcBef>
                <a:spcPts val="0"/>
              </a:spcBef>
              <a:buFontTx/>
              <a:buNone/>
              <a:defRPr sz="900"/>
            </a:lvl1pPr>
          </a:lstStyle>
          <a:p>
            <a:r>
              <a:rPr lang="en-US"/>
              <a:t>Click icon to add picture</a:t>
            </a:r>
          </a:p>
        </p:txBody>
      </p:sp>
      <p:sp>
        <p:nvSpPr>
          <p:cNvPr id="8" name="Content Placeholder 10">
            <a:extLst>
              <a:ext uri="{FF2B5EF4-FFF2-40B4-BE49-F238E27FC236}">
                <a16:creationId xmlns:a16="http://schemas.microsoft.com/office/drawing/2014/main" id="{748796F9-D67F-ABA2-E02B-E3C76382FF1B}"/>
              </a:ext>
            </a:extLst>
          </p:cNvPr>
          <p:cNvSpPr>
            <a:spLocks noGrp="1"/>
          </p:cNvSpPr>
          <p:nvPr>
            <p:ph sz="quarter" idx="15" hasCustomPrompt="1"/>
          </p:nvPr>
        </p:nvSpPr>
        <p:spPr>
          <a:xfrm>
            <a:off x="6206946" y="3383280"/>
            <a:ext cx="1691640" cy="3017520"/>
          </a:xfrm>
        </p:spPr>
        <p:txBody>
          <a:bodyPr/>
          <a:lstStyle>
            <a:lvl1pPr marL="0" indent="0">
              <a:spcBef>
                <a:spcPts val="0"/>
              </a:spcBef>
              <a:buFontTx/>
              <a:buNone/>
              <a:defRPr sz="1100" b="0" i="0">
                <a:latin typeface="+mj-lt"/>
              </a:defRPr>
            </a:lvl1pPr>
            <a:lvl2pPr marL="0" indent="0">
              <a:spcBef>
                <a:spcPts val="600"/>
              </a:spcBef>
              <a:buFontTx/>
              <a:buNone/>
              <a:defRPr sz="1000"/>
            </a:lvl2pPr>
            <a:lvl3pPr marL="182880">
              <a:spcBef>
                <a:spcPts val="300"/>
              </a:spcBef>
              <a:defRPr sz="1000"/>
            </a:lvl3pPr>
            <a:lvl4pPr marL="365760">
              <a:spcBef>
                <a:spcPts val="300"/>
              </a:spcBef>
              <a:defRPr sz="1000"/>
            </a:lvl4pPr>
            <a:lvl5pPr marL="548640">
              <a:spcBef>
                <a:spcPts val="300"/>
              </a:spcBef>
              <a:defRPr sz="1000"/>
            </a:lvl5pPr>
            <a:lvl6pPr marL="731520">
              <a:spcBef>
                <a:spcPts val="300"/>
              </a:spcBef>
              <a:defRPr sz="1000"/>
            </a:lvl6pPr>
            <a:lvl7pPr marL="914400">
              <a:spcBef>
                <a:spcPts val="300"/>
              </a:spcBef>
              <a:defRPr sz="1000"/>
            </a:lvl7pPr>
            <a:lvl8pPr marL="1097280">
              <a:spcBef>
                <a:spcPts val="300"/>
              </a:spcBef>
              <a:defRPr sz="1000"/>
            </a:lvl8pPr>
            <a:lvl9pPr marL="1280160">
              <a:spcBef>
                <a:spcPts val="300"/>
              </a:spcBef>
              <a:defRPr sz="1000"/>
            </a:lvl9pPr>
          </a:lstStyle>
          <a:p>
            <a:pPr lvl="0"/>
            <a:r>
              <a:rPr lang="en-US"/>
              <a:t>[</a:t>
            </a:r>
            <a:r>
              <a:rPr lang="en-US" err="1"/>
              <a:t>Firstname</a:t>
            </a:r>
            <a:r>
              <a:rPr lang="en-US"/>
              <a:t> </a:t>
            </a:r>
            <a:r>
              <a:rPr lang="en-US" err="1"/>
              <a:t>Lastname</a:t>
            </a:r>
            <a:r>
              <a:rPr lang="en-US"/>
              <a:t>]</a:t>
            </a:r>
            <a:br>
              <a:rPr lang="en-US"/>
            </a:br>
            <a:r>
              <a:rPr lang="en-US"/>
              <a:t>[Title]</a:t>
            </a:r>
          </a:p>
          <a:p>
            <a:pPr lvl="1"/>
            <a:r>
              <a:rPr lang="en-US"/>
              <a:t>Second level</a:t>
            </a:r>
          </a:p>
          <a:p>
            <a:pPr lvl="2"/>
            <a:r>
              <a:rPr lang="en-US"/>
              <a:t>Third level</a:t>
            </a:r>
          </a:p>
          <a:p>
            <a:pPr lvl="3"/>
            <a:r>
              <a:rPr lang="en-US"/>
              <a:t>Fourth level</a:t>
            </a:r>
          </a:p>
          <a:p>
            <a:pPr lvl="4"/>
            <a:r>
              <a:rPr lang="en-US"/>
              <a:t>Fifth level</a:t>
            </a:r>
          </a:p>
        </p:txBody>
      </p:sp>
      <p:sp>
        <p:nvSpPr>
          <p:cNvPr id="19" name="Picture Placeholder 11">
            <a:extLst>
              <a:ext uri="{FF2B5EF4-FFF2-40B4-BE49-F238E27FC236}">
                <a16:creationId xmlns:a16="http://schemas.microsoft.com/office/drawing/2014/main" id="{F7F831B8-CC8A-F272-E06F-FF41B12C8CAB}"/>
              </a:ext>
            </a:extLst>
          </p:cNvPr>
          <p:cNvSpPr>
            <a:spLocks noGrp="1" noChangeAspect="1"/>
          </p:cNvSpPr>
          <p:nvPr>
            <p:ph type="pic" sz="quarter" idx="22"/>
          </p:nvPr>
        </p:nvSpPr>
        <p:spPr>
          <a:xfrm>
            <a:off x="8123528" y="1965325"/>
            <a:ext cx="1234440" cy="1234441"/>
          </a:xfrm>
          <a:prstGeom prst="ellipse">
            <a:avLst/>
          </a:prstGeom>
          <a:solidFill>
            <a:srgbClr val="D8D8D8"/>
          </a:solidFill>
        </p:spPr>
        <p:txBody>
          <a:bodyPr anchor="ctr" anchorCtr="0"/>
          <a:lstStyle>
            <a:lvl1pPr marL="0" indent="0" algn="ctr">
              <a:spcBef>
                <a:spcPts val="0"/>
              </a:spcBef>
              <a:buFontTx/>
              <a:buNone/>
              <a:defRPr sz="900"/>
            </a:lvl1pPr>
          </a:lstStyle>
          <a:p>
            <a:r>
              <a:rPr lang="en-US"/>
              <a:t>Click icon to add picture</a:t>
            </a:r>
          </a:p>
        </p:txBody>
      </p:sp>
      <p:sp>
        <p:nvSpPr>
          <p:cNvPr id="10" name="Content Placeholder 12">
            <a:extLst>
              <a:ext uri="{FF2B5EF4-FFF2-40B4-BE49-F238E27FC236}">
                <a16:creationId xmlns:a16="http://schemas.microsoft.com/office/drawing/2014/main" id="{02E0C135-DBBD-9FEC-4EC0-590A5F95478A}"/>
              </a:ext>
            </a:extLst>
          </p:cNvPr>
          <p:cNvSpPr>
            <a:spLocks noGrp="1"/>
          </p:cNvSpPr>
          <p:nvPr>
            <p:ph sz="quarter" idx="16" hasCustomPrompt="1"/>
          </p:nvPr>
        </p:nvSpPr>
        <p:spPr>
          <a:xfrm>
            <a:off x="8123528" y="3383280"/>
            <a:ext cx="1691640" cy="3017520"/>
          </a:xfrm>
        </p:spPr>
        <p:txBody>
          <a:bodyPr/>
          <a:lstStyle>
            <a:lvl1pPr marL="0" indent="0">
              <a:spcBef>
                <a:spcPts val="0"/>
              </a:spcBef>
              <a:buFontTx/>
              <a:buNone/>
              <a:defRPr sz="1100" b="0" i="0">
                <a:latin typeface="+mj-lt"/>
              </a:defRPr>
            </a:lvl1pPr>
            <a:lvl2pPr marL="0" indent="0">
              <a:spcBef>
                <a:spcPts val="600"/>
              </a:spcBef>
              <a:buFontTx/>
              <a:buNone/>
              <a:defRPr sz="1000"/>
            </a:lvl2pPr>
            <a:lvl3pPr marL="182880">
              <a:spcBef>
                <a:spcPts val="300"/>
              </a:spcBef>
              <a:defRPr sz="1000"/>
            </a:lvl3pPr>
            <a:lvl4pPr marL="365760">
              <a:spcBef>
                <a:spcPts val="300"/>
              </a:spcBef>
              <a:defRPr sz="1000"/>
            </a:lvl4pPr>
            <a:lvl5pPr marL="548640">
              <a:spcBef>
                <a:spcPts val="300"/>
              </a:spcBef>
              <a:defRPr sz="1000"/>
            </a:lvl5pPr>
            <a:lvl6pPr marL="731520">
              <a:spcBef>
                <a:spcPts val="300"/>
              </a:spcBef>
              <a:defRPr sz="1000"/>
            </a:lvl6pPr>
            <a:lvl7pPr marL="914400">
              <a:spcBef>
                <a:spcPts val="300"/>
              </a:spcBef>
              <a:defRPr sz="1000"/>
            </a:lvl7pPr>
            <a:lvl8pPr marL="1097280">
              <a:spcBef>
                <a:spcPts val="300"/>
              </a:spcBef>
              <a:defRPr sz="1000"/>
            </a:lvl8pPr>
            <a:lvl9pPr marL="1280160">
              <a:spcBef>
                <a:spcPts val="300"/>
              </a:spcBef>
              <a:defRPr sz="1000"/>
            </a:lvl9pPr>
          </a:lstStyle>
          <a:p>
            <a:pPr lvl="0"/>
            <a:r>
              <a:rPr lang="en-US"/>
              <a:t>[</a:t>
            </a:r>
            <a:r>
              <a:rPr lang="en-US" err="1"/>
              <a:t>Firstname</a:t>
            </a:r>
            <a:r>
              <a:rPr lang="en-US"/>
              <a:t> </a:t>
            </a:r>
            <a:r>
              <a:rPr lang="en-US" err="1"/>
              <a:t>Lastname</a:t>
            </a:r>
            <a:r>
              <a:rPr lang="en-US"/>
              <a:t>]</a:t>
            </a:r>
            <a:br>
              <a:rPr lang="en-US"/>
            </a:br>
            <a:r>
              <a:rPr lang="en-US"/>
              <a:t>[Title]</a:t>
            </a:r>
          </a:p>
          <a:p>
            <a:pPr lvl="1"/>
            <a:r>
              <a:rPr lang="en-US"/>
              <a:t>Second level</a:t>
            </a:r>
          </a:p>
          <a:p>
            <a:pPr lvl="2"/>
            <a:r>
              <a:rPr lang="en-US"/>
              <a:t>Third level</a:t>
            </a:r>
          </a:p>
          <a:p>
            <a:pPr lvl="3"/>
            <a:r>
              <a:rPr lang="en-US"/>
              <a:t>Fourth level</a:t>
            </a:r>
          </a:p>
          <a:p>
            <a:pPr lvl="4"/>
            <a:r>
              <a:rPr lang="en-US"/>
              <a:t>Fifth level</a:t>
            </a:r>
          </a:p>
        </p:txBody>
      </p:sp>
      <p:sp>
        <p:nvSpPr>
          <p:cNvPr id="20" name="Picture Placeholder 13">
            <a:extLst>
              <a:ext uri="{FF2B5EF4-FFF2-40B4-BE49-F238E27FC236}">
                <a16:creationId xmlns:a16="http://schemas.microsoft.com/office/drawing/2014/main" id="{15284786-FADF-A0D2-8A49-DD71B72E1DDB}"/>
              </a:ext>
            </a:extLst>
          </p:cNvPr>
          <p:cNvSpPr>
            <a:spLocks noGrp="1" noChangeAspect="1"/>
          </p:cNvSpPr>
          <p:nvPr>
            <p:ph type="pic" sz="quarter" idx="23"/>
          </p:nvPr>
        </p:nvSpPr>
        <p:spPr>
          <a:xfrm>
            <a:off x="10040112" y="1965325"/>
            <a:ext cx="1234440" cy="1234441"/>
          </a:xfrm>
          <a:prstGeom prst="ellipse">
            <a:avLst/>
          </a:prstGeom>
          <a:solidFill>
            <a:srgbClr val="D8D8D8"/>
          </a:solidFill>
        </p:spPr>
        <p:txBody>
          <a:bodyPr anchor="ctr" anchorCtr="0"/>
          <a:lstStyle>
            <a:lvl1pPr marL="0" indent="0" algn="ctr">
              <a:spcBef>
                <a:spcPts val="0"/>
              </a:spcBef>
              <a:buFontTx/>
              <a:buNone/>
              <a:defRPr sz="900"/>
            </a:lvl1pPr>
          </a:lstStyle>
          <a:p>
            <a:r>
              <a:rPr lang="en-US"/>
              <a:t>Click icon to add picture</a:t>
            </a:r>
          </a:p>
        </p:txBody>
      </p:sp>
      <p:sp>
        <p:nvSpPr>
          <p:cNvPr id="12" name="Content Placeholder 14">
            <a:extLst>
              <a:ext uri="{FF2B5EF4-FFF2-40B4-BE49-F238E27FC236}">
                <a16:creationId xmlns:a16="http://schemas.microsoft.com/office/drawing/2014/main" id="{FD0A22A9-C6C7-7935-D959-799ECFFF3126}"/>
              </a:ext>
            </a:extLst>
          </p:cNvPr>
          <p:cNvSpPr>
            <a:spLocks noGrp="1"/>
          </p:cNvSpPr>
          <p:nvPr>
            <p:ph sz="quarter" idx="17" hasCustomPrompt="1"/>
          </p:nvPr>
        </p:nvSpPr>
        <p:spPr>
          <a:xfrm>
            <a:off x="10040112" y="3383280"/>
            <a:ext cx="1691640" cy="3017520"/>
          </a:xfrm>
        </p:spPr>
        <p:txBody>
          <a:bodyPr/>
          <a:lstStyle>
            <a:lvl1pPr marL="0" indent="0">
              <a:spcBef>
                <a:spcPts val="0"/>
              </a:spcBef>
              <a:buFontTx/>
              <a:buNone/>
              <a:defRPr sz="1100" b="0" i="0">
                <a:latin typeface="+mj-lt"/>
              </a:defRPr>
            </a:lvl1pPr>
            <a:lvl2pPr marL="0" indent="0">
              <a:spcBef>
                <a:spcPts val="600"/>
              </a:spcBef>
              <a:buFontTx/>
              <a:buNone/>
              <a:defRPr sz="1000"/>
            </a:lvl2pPr>
            <a:lvl3pPr marL="182880">
              <a:spcBef>
                <a:spcPts val="300"/>
              </a:spcBef>
              <a:defRPr sz="1000"/>
            </a:lvl3pPr>
            <a:lvl4pPr marL="365760">
              <a:spcBef>
                <a:spcPts val="300"/>
              </a:spcBef>
              <a:defRPr sz="1000"/>
            </a:lvl4pPr>
            <a:lvl5pPr marL="548640">
              <a:spcBef>
                <a:spcPts val="300"/>
              </a:spcBef>
              <a:defRPr sz="1000"/>
            </a:lvl5pPr>
            <a:lvl6pPr marL="731520">
              <a:spcBef>
                <a:spcPts val="300"/>
              </a:spcBef>
              <a:defRPr sz="1000"/>
            </a:lvl6pPr>
            <a:lvl7pPr marL="914400">
              <a:spcBef>
                <a:spcPts val="300"/>
              </a:spcBef>
              <a:defRPr sz="1000"/>
            </a:lvl7pPr>
            <a:lvl8pPr marL="1097280">
              <a:spcBef>
                <a:spcPts val="300"/>
              </a:spcBef>
              <a:defRPr sz="1000"/>
            </a:lvl8pPr>
            <a:lvl9pPr marL="1280160">
              <a:spcBef>
                <a:spcPts val="300"/>
              </a:spcBef>
              <a:defRPr sz="1000"/>
            </a:lvl9pPr>
          </a:lstStyle>
          <a:p>
            <a:pPr lvl="0"/>
            <a:r>
              <a:rPr lang="en-US"/>
              <a:t>[</a:t>
            </a:r>
            <a:r>
              <a:rPr lang="en-US" err="1"/>
              <a:t>Firstname</a:t>
            </a:r>
            <a:r>
              <a:rPr lang="en-US"/>
              <a:t> </a:t>
            </a:r>
            <a:r>
              <a:rPr lang="en-US" err="1"/>
              <a:t>Lastname</a:t>
            </a:r>
            <a:r>
              <a:rPr lang="en-US"/>
              <a:t>]</a:t>
            </a:r>
            <a:br>
              <a:rPr lang="en-US"/>
            </a:br>
            <a:r>
              <a:rPr lang="en-US"/>
              <a:t>[Title]</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0109089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1" pos="3768" userDrawn="1">
          <p15:clr>
            <a:srgbClr val="A4A3A4"/>
          </p15:clr>
        </p15:guide>
        <p15:guide id="12" pos="3908" userDrawn="1">
          <p15:clr>
            <a:srgbClr val="A4A3A4"/>
          </p15:clr>
        </p15:guide>
        <p15:guide id="13" pos="1498" userDrawn="1">
          <p15:clr>
            <a:srgbClr val="A4A3A4"/>
          </p15:clr>
        </p15:guide>
        <p15:guide id="14" pos="1352" userDrawn="1">
          <p15:clr>
            <a:srgbClr val="A4A3A4"/>
          </p15:clr>
        </p15:guide>
        <p15:guide id="15" pos="2558" userDrawn="1">
          <p15:clr>
            <a:srgbClr val="A4A3A4"/>
          </p15:clr>
        </p15:guide>
        <p15:guide id="16" pos="2702" userDrawn="1">
          <p15:clr>
            <a:srgbClr val="A4A3A4"/>
          </p15:clr>
        </p15:guide>
        <p15:guide id="17" pos="4978" userDrawn="1">
          <p15:clr>
            <a:srgbClr val="A4A3A4"/>
          </p15:clr>
        </p15:guide>
        <p15:guide id="18" pos="5122" userDrawn="1">
          <p15:clr>
            <a:srgbClr val="A4A3A4"/>
          </p15:clr>
        </p15:guide>
        <p15:guide id="19" pos="6182" userDrawn="1">
          <p15:clr>
            <a:srgbClr val="A4A3A4"/>
          </p15:clr>
        </p15:guide>
        <p15:guide id="20" pos="6326" userDrawn="1">
          <p15:clr>
            <a:srgbClr val="A4A3A4"/>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Subhea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DC343D-8A73-0089-12D7-5EA963ADB2B0}"/>
              </a:ext>
            </a:extLst>
          </p:cNvPr>
          <p:cNvSpPr>
            <a:spLocks noGrp="1"/>
          </p:cNvSpPr>
          <p:nvPr>
            <p:ph type="title" hasCustomPrompt="1"/>
          </p:nvPr>
        </p:nvSpPr>
        <p:spPr/>
        <p:txBody>
          <a:bodyPr/>
          <a:lstStyle/>
          <a:p>
            <a:r>
              <a:rPr lang="en-US"/>
              <a:t>[Slide title]</a:t>
            </a:r>
          </a:p>
        </p:txBody>
      </p:sp>
      <p:sp>
        <p:nvSpPr>
          <p:cNvPr id="4" name="Subtitle 2">
            <a:extLst>
              <a:ext uri="{FF2B5EF4-FFF2-40B4-BE49-F238E27FC236}">
                <a16:creationId xmlns:a16="http://schemas.microsoft.com/office/drawing/2014/main" id="{F9088E04-4FC1-D455-4E14-D639D2852609}"/>
              </a:ext>
            </a:extLst>
          </p:cNvPr>
          <p:cNvSpPr>
            <a:spLocks noGrp="1"/>
          </p:cNvSpPr>
          <p:nvPr>
            <p:ph type="subTitle" idx="13" hasCustomPrompt="1"/>
          </p:nvPr>
        </p:nvSpPr>
        <p:spPr>
          <a:xfrm>
            <a:off x="457199" y="960121"/>
            <a:ext cx="7443216" cy="687010"/>
          </a:xfrm>
        </p:spPr>
        <p:txBody>
          <a:bodyPr>
            <a:noAutofit/>
          </a:bodyPr>
          <a:lstStyle>
            <a:lvl1pPr marL="0" indent="0" algn="l">
              <a:lnSpc>
                <a:spcPct val="90000"/>
              </a:lnSpc>
              <a:spcBef>
                <a:spcPts val="0"/>
              </a:spcBef>
              <a:buNone/>
              <a:defRPr sz="2200">
                <a:solidFill>
                  <a:schemeClr val="accent1"/>
                </a:solidFill>
              </a:defRPr>
            </a:lvl1pPr>
            <a:lvl2pPr marL="0" indent="0" algn="l">
              <a:lnSpc>
                <a:spcPct val="90000"/>
              </a:lnSpc>
              <a:spcBef>
                <a:spcPts val="0"/>
              </a:spcBef>
              <a:buNone/>
              <a:defRPr sz="2200">
                <a:solidFill>
                  <a:schemeClr val="accent1"/>
                </a:solidFill>
              </a:defRPr>
            </a:lvl2pPr>
            <a:lvl3pPr marL="0" indent="0" algn="l">
              <a:lnSpc>
                <a:spcPct val="90000"/>
              </a:lnSpc>
              <a:spcBef>
                <a:spcPts val="0"/>
              </a:spcBef>
              <a:buNone/>
              <a:defRPr sz="2200">
                <a:solidFill>
                  <a:schemeClr val="accent1"/>
                </a:solidFill>
              </a:defRPr>
            </a:lvl3pPr>
            <a:lvl4pPr marL="0" indent="0" algn="l">
              <a:lnSpc>
                <a:spcPct val="90000"/>
              </a:lnSpc>
              <a:spcBef>
                <a:spcPts val="0"/>
              </a:spcBef>
              <a:buNone/>
              <a:defRPr sz="2200">
                <a:solidFill>
                  <a:schemeClr val="accent1"/>
                </a:solidFill>
              </a:defRPr>
            </a:lvl4pPr>
            <a:lvl5pPr marL="0" indent="0" algn="l">
              <a:lnSpc>
                <a:spcPct val="90000"/>
              </a:lnSpc>
              <a:spcBef>
                <a:spcPts val="0"/>
              </a:spcBef>
              <a:buNone/>
              <a:defRPr sz="2200">
                <a:solidFill>
                  <a:schemeClr val="accent1"/>
                </a:solidFill>
              </a:defRPr>
            </a:lvl5pPr>
            <a:lvl6pPr marL="0" indent="0" algn="l">
              <a:lnSpc>
                <a:spcPct val="90000"/>
              </a:lnSpc>
              <a:spcBef>
                <a:spcPts val="0"/>
              </a:spcBef>
              <a:buNone/>
              <a:defRPr sz="2200">
                <a:solidFill>
                  <a:schemeClr val="accent1"/>
                </a:solidFill>
              </a:defRPr>
            </a:lvl6pPr>
            <a:lvl7pPr marL="0" indent="0" algn="l">
              <a:lnSpc>
                <a:spcPct val="90000"/>
              </a:lnSpc>
              <a:spcBef>
                <a:spcPts val="0"/>
              </a:spcBef>
              <a:buNone/>
              <a:defRPr sz="2200">
                <a:solidFill>
                  <a:schemeClr val="accent1"/>
                </a:solidFill>
              </a:defRPr>
            </a:lvl7pPr>
            <a:lvl8pPr marL="0" indent="0" algn="l">
              <a:lnSpc>
                <a:spcPct val="90000"/>
              </a:lnSpc>
              <a:spcBef>
                <a:spcPts val="0"/>
              </a:spcBef>
              <a:buNone/>
              <a:defRPr sz="2200">
                <a:solidFill>
                  <a:schemeClr val="accent1"/>
                </a:solidFill>
              </a:defRPr>
            </a:lvl8pPr>
            <a:lvl9pPr marL="0" indent="0" algn="l">
              <a:lnSpc>
                <a:spcPct val="90000"/>
              </a:lnSpc>
              <a:spcBef>
                <a:spcPts val="0"/>
              </a:spcBef>
              <a:buNone/>
              <a:defRPr sz="2200">
                <a:solidFill>
                  <a:schemeClr val="accent1"/>
                </a:solidFill>
              </a:defRPr>
            </a:lvl9pPr>
          </a:lstStyle>
          <a:p>
            <a:r>
              <a:rPr lang="en-US"/>
              <a:t>[Optional subtitle]</a:t>
            </a:r>
          </a:p>
        </p:txBody>
      </p:sp>
    </p:spTree>
    <p:extLst>
      <p:ext uri="{BB962C8B-B14F-4D97-AF65-F5344CB8AC3E}">
        <p14:creationId xmlns:p14="http://schemas.microsoft.com/office/powerpoint/2010/main" val="17210857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extLst>
    <p:ext uri="{DCECCB84-F9BA-43D5-87BE-67443E8EF086}">
      <p15:sldGuideLst xmlns:p15="http://schemas.microsoft.com/office/powerpoint/2012/main">
        <p15:guide id="1" pos="3768">
          <p15:clr>
            <a:srgbClr val="A4A3A4"/>
          </p15:clr>
        </p15:guide>
        <p15:guide id="2" pos="3908">
          <p15:clr>
            <a:srgbClr val="A4A3A4"/>
          </p15:clr>
        </p15:guide>
        <p15:guide id="3" pos="1498">
          <p15:clr>
            <a:srgbClr val="A4A3A4"/>
          </p15:clr>
        </p15:guide>
        <p15:guide id="4" pos="1354">
          <p15:clr>
            <a:srgbClr val="A4A3A4"/>
          </p15:clr>
        </p15:guide>
        <p15:guide id="5" pos="4978">
          <p15:clr>
            <a:srgbClr val="A4A3A4"/>
          </p15:clr>
        </p15:guide>
        <p15:guide id="6" pos="5122">
          <p15:clr>
            <a:srgbClr val="A4A3A4"/>
          </p15:clr>
        </p15:guide>
        <p15:guide id="7" pos="2558">
          <p15:clr>
            <a:srgbClr val="A4A3A4"/>
          </p15:clr>
        </p15:guide>
        <p15:guide id="8" pos="2702">
          <p15:clr>
            <a:srgbClr val="A4A3A4"/>
          </p15:clr>
        </p15:guide>
        <p15:guide id="9" pos="6182">
          <p15:clr>
            <a:srgbClr val="A4A3A4"/>
          </p15:clr>
        </p15:guide>
        <p15:guide id="10" pos="6326">
          <p15:clr>
            <a:srgbClr val="A4A3A4"/>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DC343D-8A73-0089-12D7-5EA963ADB2B0}"/>
              </a:ext>
            </a:extLst>
          </p:cNvPr>
          <p:cNvSpPr>
            <a:spLocks noGrp="1"/>
          </p:cNvSpPr>
          <p:nvPr>
            <p:ph type="title" hasCustomPrompt="1"/>
          </p:nvPr>
        </p:nvSpPr>
        <p:spPr/>
        <p:txBody>
          <a:bodyPr/>
          <a:lstStyle/>
          <a:p>
            <a:r>
              <a:rPr lang="en-US"/>
              <a:t>[Slide title]</a:t>
            </a:r>
          </a:p>
        </p:txBody>
      </p:sp>
    </p:spTree>
    <p:extLst>
      <p:ext uri="{BB962C8B-B14F-4D97-AF65-F5344CB8AC3E}">
        <p14:creationId xmlns:p14="http://schemas.microsoft.com/office/powerpoint/2010/main" val="7273501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extLst>
    <p:ext uri="{DCECCB84-F9BA-43D5-87BE-67443E8EF086}">
      <p15:sldGuideLst xmlns:p15="http://schemas.microsoft.com/office/powerpoint/2012/main">
        <p15:guide id="1" pos="3768">
          <p15:clr>
            <a:srgbClr val="A4A3A4"/>
          </p15:clr>
        </p15:guide>
        <p15:guide id="2" pos="3908">
          <p15:clr>
            <a:srgbClr val="A4A3A4"/>
          </p15:clr>
        </p15:guide>
        <p15:guide id="3" pos="1498">
          <p15:clr>
            <a:srgbClr val="A4A3A4"/>
          </p15:clr>
        </p15:guide>
        <p15:guide id="4" pos="1354">
          <p15:clr>
            <a:srgbClr val="A4A3A4"/>
          </p15:clr>
        </p15:guide>
        <p15:guide id="5" pos="4978">
          <p15:clr>
            <a:srgbClr val="A4A3A4"/>
          </p15:clr>
        </p15:guide>
        <p15:guide id="6" pos="5122">
          <p15:clr>
            <a:srgbClr val="A4A3A4"/>
          </p15:clr>
        </p15:guide>
        <p15:guide id="7" pos="2558">
          <p15:clr>
            <a:srgbClr val="A4A3A4"/>
          </p15:clr>
        </p15:guide>
        <p15:guide id="8" pos="2702">
          <p15:clr>
            <a:srgbClr val="A4A3A4"/>
          </p15:clr>
        </p15:guide>
        <p15:guide id="9" pos="6182">
          <p15:clr>
            <a:srgbClr val="A4A3A4"/>
          </p15:clr>
        </p15:guide>
        <p15:guide id="10" pos="6326">
          <p15:clr>
            <a:srgbClr val="A4A3A4"/>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tru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0C1A7A-305C-A185-AE2E-FA42709974A0}"/>
              </a:ext>
            </a:extLst>
          </p:cNvPr>
          <p:cNvSpPr>
            <a:spLocks noGrp="1"/>
          </p:cNvSpPr>
          <p:nvPr>
            <p:ph type="title" hasCustomPrompt="1"/>
          </p:nvPr>
        </p:nvSpPr>
        <p:spPr>
          <a:xfrm>
            <a:off x="453488" y="630936"/>
            <a:ext cx="3223161" cy="1212057"/>
          </a:xfrm>
        </p:spPr>
        <p:txBody>
          <a:bodyPr anchor="ctr" anchorCtr="0"/>
          <a:lstStyle>
            <a:lvl1pPr marL="0" algn="l" defTabSz="914400" rtl="0" eaLnBrk="1" latinLnBrk="0" hangingPunct="1">
              <a:lnSpc>
                <a:spcPct val="90000"/>
              </a:lnSpc>
              <a:spcBef>
                <a:spcPct val="0"/>
              </a:spcBef>
              <a:buNone/>
              <a:defRPr lang="en-US" sz="3200" kern="1200" dirty="0">
                <a:solidFill>
                  <a:schemeClr val="tx1"/>
                </a:solidFill>
                <a:latin typeface="+mn-lt"/>
                <a:ea typeface="+mj-ea"/>
                <a:cs typeface="+mj-cs"/>
              </a:defRPr>
            </a:lvl1pPr>
          </a:lstStyle>
          <a:p>
            <a:r>
              <a:rPr lang="en-US"/>
              <a:t>Title</a:t>
            </a:r>
            <a:br>
              <a:rPr lang="en-US"/>
            </a:br>
            <a:r>
              <a:rPr lang="en-US"/>
              <a:t>Here</a:t>
            </a:r>
          </a:p>
        </p:txBody>
      </p:sp>
      <p:sp>
        <p:nvSpPr>
          <p:cNvPr id="10" name="Title 1">
            <a:extLst>
              <a:ext uri="{FF2B5EF4-FFF2-40B4-BE49-F238E27FC236}">
                <a16:creationId xmlns:a16="http://schemas.microsoft.com/office/drawing/2014/main" id="{FFDC0951-B5AB-B8C5-7CE7-0428D793E3DE}"/>
              </a:ext>
            </a:extLst>
          </p:cNvPr>
          <p:cNvSpPr txBox="1">
            <a:spLocks/>
          </p:cNvSpPr>
          <p:nvPr/>
        </p:nvSpPr>
        <p:spPr>
          <a:xfrm>
            <a:off x="453489" y="301752"/>
            <a:ext cx="2367814" cy="219817"/>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sz="3200" kern="1200">
                <a:solidFill>
                  <a:schemeClr val="tx1"/>
                </a:solidFill>
                <a:latin typeface="+mn-lt"/>
                <a:ea typeface="+mj-ea"/>
                <a:cs typeface="+mj-cs"/>
              </a:defRPr>
            </a:lvl1pPr>
          </a:lstStyle>
          <a:p>
            <a:r>
              <a:rPr lang="en-US" sz="1800">
                <a:solidFill>
                  <a:schemeClr val="accent1"/>
                </a:solidFill>
                <a:latin typeface="+mj-lt"/>
              </a:rPr>
              <a:t>STRUCTURE</a:t>
            </a:r>
          </a:p>
        </p:txBody>
      </p:sp>
      <p:sp>
        <p:nvSpPr>
          <p:cNvPr id="19" name="Text Placeholder 18">
            <a:extLst>
              <a:ext uri="{FF2B5EF4-FFF2-40B4-BE49-F238E27FC236}">
                <a16:creationId xmlns:a16="http://schemas.microsoft.com/office/drawing/2014/main" id="{12536293-7877-3283-B1A7-A1509EDA7B62}"/>
              </a:ext>
            </a:extLst>
          </p:cNvPr>
          <p:cNvSpPr>
            <a:spLocks noGrp="1"/>
          </p:cNvSpPr>
          <p:nvPr>
            <p:ph type="body" sz="quarter" idx="14" hasCustomPrompt="1"/>
          </p:nvPr>
        </p:nvSpPr>
        <p:spPr>
          <a:xfrm>
            <a:off x="453489" y="1952360"/>
            <a:ext cx="2851256" cy="719137"/>
          </a:xfrm>
        </p:spPr>
        <p:txBody>
          <a:bodyPr/>
          <a:lstStyle>
            <a:lvl1pPr marL="0" indent="0" algn="l" defTabSz="914400" rtl="0" eaLnBrk="1" latinLnBrk="0" hangingPunct="1">
              <a:lnSpc>
                <a:spcPct val="100000"/>
              </a:lnSpc>
              <a:spcBef>
                <a:spcPts val="900"/>
              </a:spcBef>
              <a:buFont typeface="Franklin Gothic Book" panose="020B0503020102020204" pitchFamily="34" charset="0"/>
              <a:buNone/>
              <a:defRPr lang="en-US" sz="1800" kern="1200" dirty="0">
                <a:solidFill>
                  <a:schemeClr val="accent1"/>
                </a:solidFill>
                <a:latin typeface="+mn-lt"/>
                <a:ea typeface="+mn-ea"/>
                <a:cs typeface="+mn-cs"/>
              </a:defRPr>
            </a:lvl1pPr>
            <a:lvl2pPr marL="182880" indent="0">
              <a:buNone/>
              <a:defRPr/>
            </a:lvl2pPr>
            <a:lvl3pPr marL="365760" indent="0">
              <a:buNone/>
              <a:defRPr/>
            </a:lvl3pPr>
            <a:lvl4pPr marL="548640" indent="0">
              <a:buNone/>
              <a:defRPr/>
            </a:lvl4pPr>
            <a:lvl5pPr marL="731520" indent="0">
              <a:buNone/>
              <a:defRPr/>
            </a:lvl5pPr>
          </a:lstStyle>
          <a:p>
            <a:pPr marL="0" lvl="0" indent="0" algn="l" defTabSz="914400" rtl="0" eaLnBrk="1" latinLnBrk="0" hangingPunct="1">
              <a:lnSpc>
                <a:spcPct val="100000"/>
              </a:lnSpc>
              <a:spcBef>
                <a:spcPts val="900"/>
              </a:spcBef>
              <a:buFont typeface="Franklin Gothic Book" panose="020B0503020102020204" pitchFamily="34" charset="0"/>
              <a:buNone/>
            </a:pPr>
            <a:r>
              <a:rPr lang="en-US"/>
              <a:t>CLICK TO EDIT MASTER TEXT STYLES</a:t>
            </a:r>
          </a:p>
        </p:txBody>
      </p:sp>
      <p:sp>
        <p:nvSpPr>
          <p:cNvPr id="3" name="Title 1">
            <a:extLst>
              <a:ext uri="{FF2B5EF4-FFF2-40B4-BE49-F238E27FC236}">
                <a16:creationId xmlns:a16="http://schemas.microsoft.com/office/drawing/2014/main" id="{D49F19F9-5F9A-918B-D11B-FA767A0E5B68}"/>
              </a:ext>
            </a:extLst>
          </p:cNvPr>
          <p:cNvSpPr txBox="1">
            <a:spLocks/>
          </p:cNvSpPr>
          <p:nvPr userDrawn="1"/>
        </p:nvSpPr>
        <p:spPr>
          <a:xfrm>
            <a:off x="453489" y="301752"/>
            <a:ext cx="2367814" cy="219817"/>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sz="3200" kern="1200">
                <a:solidFill>
                  <a:schemeClr val="tx1"/>
                </a:solidFill>
                <a:latin typeface="+mn-lt"/>
                <a:ea typeface="+mj-ea"/>
                <a:cs typeface="+mj-cs"/>
              </a:defRPr>
            </a:lvl1pPr>
          </a:lstStyle>
          <a:p>
            <a:r>
              <a:rPr lang="en-US" sz="1800">
                <a:solidFill>
                  <a:schemeClr val="accent1"/>
                </a:solidFill>
                <a:latin typeface="+mj-lt"/>
              </a:rPr>
              <a:t>STRUCTURE</a:t>
            </a:r>
          </a:p>
        </p:txBody>
      </p:sp>
    </p:spTree>
    <p:extLst>
      <p:ext uri="{BB962C8B-B14F-4D97-AF65-F5344CB8AC3E}">
        <p14:creationId xmlns:p14="http://schemas.microsoft.com/office/powerpoint/2010/main" val="39516006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Next Steps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0C1A7A-305C-A185-AE2E-FA42709974A0}"/>
              </a:ext>
            </a:extLst>
          </p:cNvPr>
          <p:cNvSpPr>
            <a:spLocks noGrp="1"/>
          </p:cNvSpPr>
          <p:nvPr>
            <p:ph type="title" hasCustomPrompt="1"/>
          </p:nvPr>
        </p:nvSpPr>
        <p:spPr>
          <a:xfrm>
            <a:off x="453489" y="957221"/>
            <a:ext cx="2584176" cy="1212057"/>
          </a:xfrm>
        </p:spPr>
        <p:txBody>
          <a:bodyPr/>
          <a:lstStyle>
            <a:lvl1pPr marL="0" algn="l" defTabSz="914400" rtl="0" eaLnBrk="1" latinLnBrk="0" hangingPunct="1">
              <a:lnSpc>
                <a:spcPct val="90000"/>
              </a:lnSpc>
              <a:spcBef>
                <a:spcPct val="0"/>
              </a:spcBef>
              <a:buNone/>
              <a:defRPr lang="en-US" sz="3200" kern="1200" dirty="0">
                <a:solidFill>
                  <a:schemeClr val="tx1"/>
                </a:solidFill>
                <a:latin typeface="+mn-lt"/>
                <a:ea typeface="+mj-ea"/>
                <a:cs typeface="+mj-cs"/>
              </a:defRPr>
            </a:lvl1pPr>
          </a:lstStyle>
          <a:p>
            <a:r>
              <a:rPr lang="en-US"/>
              <a:t>Next Steps</a:t>
            </a:r>
          </a:p>
        </p:txBody>
      </p:sp>
      <p:sp>
        <p:nvSpPr>
          <p:cNvPr id="4" name="Text Placeholder 4">
            <a:extLst>
              <a:ext uri="{FF2B5EF4-FFF2-40B4-BE49-F238E27FC236}">
                <a16:creationId xmlns:a16="http://schemas.microsoft.com/office/drawing/2014/main" id="{37A71FD4-A028-CCA0-438C-37E9BE2222D1}"/>
              </a:ext>
            </a:extLst>
          </p:cNvPr>
          <p:cNvSpPr>
            <a:spLocks noGrp="1"/>
          </p:cNvSpPr>
          <p:nvPr>
            <p:ph type="body" sz="quarter" idx="12" hasCustomPrompt="1"/>
          </p:nvPr>
        </p:nvSpPr>
        <p:spPr>
          <a:xfrm>
            <a:off x="454025" y="482600"/>
            <a:ext cx="3819525" cy="450850"/>
          </a:xfrm>
        </p:spPr>
        <p:txBody>
          <a:bodyPr/>
          <a:lstStyle>
            <a:lvl1pPr marL="0" indent="0" algn="l" defTabSz="914400" rtl="0" eaLnBrk="1" latinLnBrk="0" hangingPunct="1">
              <a:lnSpc>
                <a:spcPct val="90000"/>
              </a:lnSpc>
              <a:spcBef>
                <a:spcPct val="0"/>
              </a:spcBef>
              <a:buNone/>
              <a:defRPr lang="en-US" sz="1800" kern="1200" dirty="0" smtClean="0">
                <a:solidFill>
                  <a:schemeClr val="accent1"/>
                </a:solidFill>
                <a:latin typeface="+mj-lt"/>
                <a:ea typeface="+mj-ea"/>
                <a:cs typeface="+mj-cs"/>
              </a:defRPr>
            </a:lvl1pPr>
            <a:lvl2pPr marL="0" indent="0" algn="l" defTabSz="914400" rtl="0" eaLnBrk="1" latinLnBrk="0" hangingPunct="1">
              <a:lnSpc>
                <a:spcPct val="90000"/>
              </a:lnSpc>
              <a:spcBef>
                <a:spcPct val="0"/>
              </a:spcBef>
              <a:buNone/>
              <a:defRPr lang="en-US" sz="1800" kern="1200" dirty="0" smtClean="0">
                <a:solidFill>
                  <a:schemeClr val="accent1"/>
                </a:solidFill>
                <a:latin typeface="+mj-lt"/>
                <a:ea typeface="+mj-ea"/>
                <a:cs typeface="+mj-cs"/>
              </a:defRPr>
            </a:lvl2pPr>
            <a:lvl3pPr marL="0" indent="0" algn="l" defTabSz="914400" rtl="0" eaLnBrk="1" latinLnBrk="0" hangingPunct="1">
              <a:lnSpc>
                <a:spcPct val="90000"/>
              </a:lnSpc>
              <a:spcBef>
                <a:spcPct val="0"/>
              </a:spcBef>
              <a:buNone/>
              <a:defRPr lang="en-US" sz="1800" kern="1200" dirty="0" smtClean="0">
                <a:solidFill>
                  <a:schemeClr val="accent1"/>
                </a:solidFill>
                <a:latin typeface="+mj-lt"/>
                <a:ea typeface="+mj-ea"/>
                <a:cs typeface="+mj-cs"/>
              </a:defRPr>
            </a:lvl3pPr>
            <a:lvl4pPr marL="0" indent="0" algn="l" defTabSz="914400" rtl="0" eaLnBrk="1" latinLnBrk="0" hangingPunct="1">
              <a:lnSpc>
                <a:spcPct val="90000"/>
              </a:lnSpc>
              <a:spcBef>
                <a:spcPct val="0"/>
              </a:spcBef>
              <a:buNone/>
              <a:defRPr lang="en-US" sz="1800" kern="1200" dirty="0" smtClean="0">
                <a:solidFill>
                  <a:schemeClr val="accent1"/>
                </a:solidFill>
                <a:latin typeface="+mj-lt"/>
                <a:ea typeface="+mj-ea"/>
                <a:cs typeface="+mj-cs"/>
              </a:defRPr>
            </a:lvl4pPr>
            <a:lvl5pPr marL="0" indent="0" algn="l" defTabSz="914400" rtl="0" eaLnBrk="1" latinLnBrk="0" hangingPunct="1">
              <a:lnSpc>
                <a:spcPct val="90000"/>
              </a:lnSpc>
              <a:spcBef>
                <a:spcPct val="0"/>
              </a:spcBef>
              <a:buNone/>
              <a:defRPr lang="en-US" sz="1800" kern="1200" dirty="0">
                <a:solidFill>
                  <a:schemeClr val="accent1"/>
                </a:solidFill>
                <a:latin typeface="+mj-lt"/>
                <a:ea typeface="+mj-ea"/>
                <a:cs typeface="+mj-cs"/>
              </a:defRPr>
            </a:lvl5pPr>
          </a:lstStyle>
          <a:p>
            <a:pPr lvl="0"/>
            <a:r>
              <a:rPr lang="en-US"/>
              <a:t>[PROSPECT] &amp; </a:t>
            </a:r>
            <a:br>
              <a:rPr lang="en-US"/>
            </a:br>
            <a:r>
              <a:rPr lang="en-US"/>
              <a:t>CAPITOLIS</a:t>
            </a:r>
          </a:p>
        </p:txBody>
      </p:sp>
      <p:pic>
        <p:nvPicPr>
          <p:cNvPr id="5" name="Graphic 4">
            <a:extLst>
              <a:ext uri="{FF2B5EF4-FFF2-40B4-BE49-F238E27FC236}">
                <a16:creationId xmlns:a16="http://schemas.microsoft.com/office/drawing/2014/main" id="{C91DA27E-1921-4C1B-9662-FE584C05A9A3}"/>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3868737" y="1102498"/>
            <a:ext cx="400050" cy="561975"/>
          </a:xfrm>
          <a:prstGeom prst="rect">
            <a:avLst/>
          </a:prstGeom>
        </p:spPr>
      </p:pic>
      <p:pic>
        <p:nvPicPr>
          <p:cNvPr id="6" name="Graphic 5">
            <a:extLst>
              <a:ext uri="{FF2B5EF4-FFF2-40B4-BE49-F238E27FC236}">
                <a16:creationId xmlns:a16="http://schemas.microsoft.com/office/drawing/2014/main" id="{CC9900F9-F0E6-4A12-2B3E-9198B223A22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878262" y="2257410"/>
            <a:ext cx="381000" cy="552450"/>
          </a:xfrm>
          <a:prstGeom prst="rect">
            <a:avLst/>
          </a:prstGeom>
        </p:spPr>
      </p:pic>
      <p:pic>
        <p:nvPicPr>
          <p:cNvPr id="7" name="Graphic 6">
            <a:extLst>
              <a:ext uri="{FF2B5EF4-FFF2-40B4-BE49-F238E27FC236}">
                <a16:creationId xmlns:a16="http://schemas.microsoft.com/office/drawing/2014/main" id="{D3546031-4088-34A1-CC77-DDF1A696117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868737" y="3402797"/>
            <a:ext cx="400050" cy="542925"/>
          </a:xfrm>
          <a:prstGeom prst="rect">
            <a:avLst/>
          </a:prstGeom>
        </p:spPr>
      </p:pic>
      <p:pic>
        <p:nvPicPr>
          <p:cNvPr id="8" name="Graphic 7">
            <a:extLst>
              <a:ext uri="{FF2B5EF4-FFF2-40B4-BE49-F238E27FC236}">
                <a16:creationId xmlns:a16="http://schemas.microsoft.com/office/drawing/2014/main" id="{E6960885-3F87-73D9-FF52-DBE6C88CAFC7}"/>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863975" y="4538659"/>
            <a:ext cx="409575" cy="571500"/>
          </a:xfrm>
          <a:prstGeom prst="rect">
            <a:avLst/>
          </a:prstGeom>
        </p:spPr>
      </p:pic>
      <p:pic>
        <p:nvPicPr>
          <p:cNvPr id="9" name="Graphic 8">
            <a:extLst>
              <a:ext uri="{FF2B5EF4-FFF2-40B4-BE49-F238E27FC236}">
                <a16:creationId xmlns:a16="http://schemas.microsoft.com/office/drawing/2014/main" id="{C5141EC0-F3BE-7CAE-4B49-CB23978A99CB}"/>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3887787" y="5703094"/>
            <a:ext cx="361950" cy="523875"/>
          </a:xfrm>
          <a:prstGeom prst="rect">
            <a:avLst/>
          </a:prstGeom>
        </p:spPr>
      </p:pic>
      <p:sp>
        <p:nvSpPr>
          <p:cNvPr id="11" name="Text Placeholder 10">
            <a:extLst>
              <a:ext uri="{FF2B5EF4-FFF2-40B4-BE49-F238E27FC236}">
                <a16:creationId xmlns:a16="http://schemas.microsoft.com/office/drawing/2014/main" id="{53A2B4B1-6D5E-AA8B-864C-587EDAEC995D}"/>
              </a:ext>
            </a:extLst>
          </p:cNvPr>
          <p:cNvSpPr>
            <a:spLocks noGrp="1"/>
          </p:cNvSpPr>
          <p:nvPr>
            <p:ph type="body" sz="quarter" idx="13"/>
          </p:nvPr>
        </p:nvSpPr>
        <p:spPr>
          <a:xfrm>
            <a:off x="4743450" y="957242"/>
            <a:ext cx="6988175" cy="852487"/>
          </a:xfrm>
        </p:spPr>
        <p:txBody>
          <a:bodyPr anchor="ctr" anchorCtr="0"/>
          <a:lstStyle>
            <a:lvl1pPr>
              <a:defRPr sz="1800"/>
            </a:lvl1pPr>
            <a:lvl2pPr>
              <a:defRPr sz="1800"/>
            </a:lvl2pPr>
          </a:lstStyle>
          <a:p>
            <a:pPr lvl="0"/>
            <a:r>
              <a:rPr lang="en-US"/>
              <a:t>Click to edit Master text styles</a:t>
            </a:r>
          </a:p>
          <a:p>
            <a:pPr lvl="1"/>
            <a:r>
              <a:rPr lang="en-US"/>
              <a:t>Second level</a:t>
            </a:r>
          </a:p>
        </p:txBody>
      </p:sp>
      <p:sp>
        <p:nvSpPr>
          <p:cNvPr id="12" name="Text Placeholder 10">
            <a:extLst>
              <a:ext uri="{FF2B5EF4-FFF2-40B4-BE49-F238E27FC236}">
                <a16:creationId xmlns:a16="http://schemas.microsoft.com/office/drawing/2014/main" id="{61C7BA82-1849-EC61-C722-5D26A48C1BF6}"/>
              </a:ext>
            </a:extLst>
          </p:cNvPr>
          <p:cNvSpPr>
            <a:spLocks noGrp="1"/>
          </p:cNvSpPr>
          <p:nvPr>
            <p:ph type="body" sz="quarter" idx="14"/>
          </p:nvPr>
        </p:nvSpPr>
        <p:spPr>
          <a:xfrm>
            <a:off x="4743450" y="2102629"/>
            <a:ext cx="6988175" cy="852487"/>
          </a:xfrm>
        </p:spPr>
        <p:txBody>
          <a:bodyPr anchor="ctr" anchorCtr="0"/>
          <a:lstStyle>
            <a:lvl1pPr>
              <a:defRPr sz="1800"/>
            </a:lvl1pPr>
            <a:lvl2pPr>
              <a:defRPr sz="1800"/>
            </a:lvl2pPr>
          </a:lstStyle>
          <a:p>
            <a:pPr lvl="0"/>
            <a:r>
              <a:rPr lang="en-US"/>
              <a:t>Click to edit Master text styles</a:t>
            </a:r>
          </a:p>
          <a:p>
            <a:pPr lvl="1"/>
            <a:r>
              <a:rPr lang="en-US"/>
              <a:t>Second level</a:t>
            </a:r>
          </a:p>
        </p:txBody>
      </p:sp>
      <p:sp>
        <p:nvSpPr>
          <p:cNvPr id="13" name="Text Placeholder 10">
            <a:extLst>
              <a:ext uri="{FF2B5EF4-FFF2-40B4-BE49-F238E27FC236}">
                <a16:creationId xmlns:a16="http://schemas.microsoft.com/office/drawing/2014/main" id="{EF87CEDE-0312-143D-1F8B-6FE3C0FD939D}"/>
              </a:ext>
            </a:extLst>
          </p:cNvPr>
          <p:cNvSpPr>
            <a:spLocks noGrp="1"/>
          </p:cNvSpPr>
          <p:nvPr>
            <p:ph type="body" sz="quarter" idx="15"/>
          </p:nvPr>
        </p:nvSpPr>
        <p:spPr>
          <a:xfrm>
            <a:off x="4743450" y="3248016"/>
            <a:ext cx="6988175" cy="852487"/>
          </a:xfrm>
        </p:spPr>
        <p:txBody>
          <a:bodyPr anchor="ctr" anchorCtr="0"/>
          <a:lstStyle>
            <a:lvl1pPr>
              <a:defRPr sz="1800"/>
            </a:lvl1pPr>
            <a:lvl2pPr>
              <a:defRPr sz="1800"/>
            </a:lvl2pPr>
          </a:lstStyle>
          <a:p>
            <a:pPr lvl="0"/>
            <a:r>
              <a:rPr lang="en-US"/>
              <a:t>Click to edit Master text styles</a:t>
            </a:r>
          </a:p>
          <a:p>
            <a:pPr lvl="1"/>
            <a:r>
              <a:rPr lang="en-US"/>
              <a:t>Second level</a:t>
            </a:r>
          </a:p>
        </p:txBody>
      </p:sp>
      <p:sp>
        <p:nvSpPr>
          <p:cNvPr id="14" name="Text Placeholder 10">
            <a:extLst>
              <a:ext uri="{FF2B5EF4-FFF2-40B4-BE49-F238E27FC236}">
                <a16:creationId xmlns:a16="http://schemas.microsoft.com/office/drawing/2014/main" id="{71FA5AE4-2692-B1CD-3AB8-A3263E7B88DE}"/>
              </a:ext>
            </a:extLst>
          </p:cNvPr>
          <p:cNvSpPr>
            <a:spLocks noGrp="1"/>
          </p:cNvSpPr>
          <p:nvPr>
            <p:ph type="body" sz="quarter" idx="16"/>
          </p:nvPr>
        </p:nvSpPr>
        <p:spPr>
          <a:xfrm>
            <a:off x="4743450" y="4393403"/>
            <a:ext cx="6988175" cy="852487"/>
          </a:xfrm>
        </p:spPr>
        <p:txBody>
          <a:bodyPr anchor="ctr" anchorCtr="0"/>
          <a:lstStyle>
            <a:lvl1pPr>
              <a:defRPr sz="1800"/>
            </a:lvl1pPr>
            <a:lvl2pPr>
              <a:defRPr sz="1800"/>
            </a:lvl2pPr>
          </a:lstStyle>
          <a:p>
            <a:pPr lvl="0"/>
            <a:r>
              <a:rPr lang="en-US"/>
              <a:t>Click to edit Master text styles</a:t>
            </a:r>
          </a:p>
          <a:p>
            <a:pPr lvl="1"/>
            <a:r>
              <a:rPr lang="en-US"/>
              <a:t>Second level</a:t>
            </a:r>
          </a:p>
        </p:txBody>
      </p:sp>
      <p:sp>
        <p:nvSpPr>
          <p:cNvPr id="15" name="Text Placeholder 10">
            <a:extLst>
              <a:ext uri="{FF2B5EF4-FFF2-40B4-BE49-F238E27FC236}">
                <a16:creationId xmlns:a16="http://schemas.microsoft.com/office/drawing/2014/main" id="{DBE9B81E-27F1-89D4-1DE6-0CD8C40C3957}"/>
              </a:ext>
            </a:extLst>
          </p:cNvPr>
          <p:cNvSpPr>
            <a:spLocks noGrp="1"/>
          </p:cNvSpPr>
          <p:nvPr>
            <p:ph type="body" sz="quarter" idx="17"/>
          </p:nvPr>
        </p:nvSpPr>
        <p:spPr>
          <a:xfrm>
            <a:off x="4743450" y="5538788"/>
            <a:ext cx="6988175" cy="852487"/>
          </a:xfrm>
        </p:spPr>
        <p:txBody>
          <a:bodyPr anchor="ctr" anchorCtr="0"/>
          <a:lstStyle>
            <a:lvl1pPr>
              <a:defRPr sz="1800"/>
            </a:lvl1pPr>
            <a:lvl2pPr>
              <a:defRPr sz="1800"/>
            </a:lvl2pPr>
          </a:lstStyle>
          <a:p>
            <a:pPr lvl="0"/>
            <a:r>
              <a:rPr lang="en-US"/>
              <a:t>Click to edit Master text styles</a:t>
            </a:r>
          </a:p>
          <a:p>
            <a:pPr lvl="1"/>
            <a:r>
              <a:rPr lang="en-US"/>
              <a:t>Second level</a:t>
            </a:r>
          </a:p>
        </p:txBody>
      </p:sp>
      <p:pic>
        <p:nvPicPr>
          <p:cNvPr id="3" name="Graphic 2">
            <a:extLst>
              <a:ext uri="{FF2B5EF4-FFF2-40B4-BE49-F238E27FC236}">
                <a16:creationId xmlns:a16="http://schemas.microsoft.com/office/drawing/2014/main" id="{9384BDB8-54F1-1997-E741-759DA492B08B}"/>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3868737" y="1102498"/>
            <a:ext cx="400050" cy="561975"/>
          </a:xfrm>
          <a:prstGeom prst="rect">
            <a:avLst/>
          </a:prstGeom>
        </p:spPr>
      </p:pic>
      <p:pic>
        <p:nvPicPr>
          <p:cNvPr id="10" name="Graphic 9">
            <a:extLst>
              <a:ext uri="{FF2B5EF4-FFF2-40B4-BE49-F238E27FC236}">
                <a16:creationId xmlns:a16="http://schemas.microsoft.com/office/drawing/2014/main" id="{ADABBCF4-3349-AF6E-9A56-B8A8B8E43E3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878262" y="2257410"/>
            <a:ext cx="381000" cy="552450"/>
          </a:xfrm>
          <a:prstGeom prst="rect">
            <a:avLst/>
          </a:prstGeom>
        </p:spPr>
      </p:pic>
      <p:pic>
        <p:nvPicPr>
          <p:cNvPr id="16" name="Graphic 15">
            <a:extLst>
              <a:ext uri="{FF2B5EF4-FFF2-40B4-BE49-F238E27FC236}">
                <a16:creationId xmlns:a16="http://schemas.microsoft.com/office/drawing/2014/main" id="{8B3D9DF2-4841-1138-1E93-06DDE8869C6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868737" y="3402797"/>
            <a:ext cx="400050" cy="542925"/>
          </a:xfrm>
          <a:prstGeom prst="rect">
            <a:avLst/>
          </a:prstGeom>
        </p:spPr>
      </p:pic>
      <p:pic>
        <p:nvPicPr>
          <p:cNvPr id="17" name="Graphic 16">
            <a:extLst>
              <a:ext uri="{FF2B5EF4-FFF2-40B4-BE49-F238E27FC236}">
                <a16:creationId xmlns:a16="http://schemas.microsoft.com/office/drawing/2014/main" id="{C3ABF9EB-FF10-04AD-4BA4-C1B2328D81D4}"/>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863975" y="4538659"/>
            <a:ext cx="409575" cy="571500"/>
          </a:xfrm>
          <a:prstGeom prst="rect">
            <a:avLst/>
          </a:prstGeom>
        </p:spPr>
      </p:pic>
      <p:pic>
        <p:nvPicPr>
          <p:cNvPr id="18" name="Graphic 17">
            <a:extLst>
              <a:ext uri="{FF2B5EF4-FFF2-40B4-BE49-F238E27FC236}">
                <a16:creationId xmlns:a16="http://schemas.microsoft.com/office/drawing/2014/main" id="{16472B82-A51D-D44F-F933-69D43DB35744}"/>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3887787" y="5703094"/>
            <a:ext cx="361950" cy="523875"/>
          </a:xfrm>
          <a:prstGeom prst="rect">
            <a:avLst/>
          </a:prstGeom>
        </p:spPr>
      </p:pic>
      <p:pic>
        <p:nvPicPr>
          <p:cNvPr id="19" name="Graphic 18">
            <a:extLst>
              <a:ext uri="{FF2B5EF4-FFF2-40B4-BE49-F238E27FC236}">
                <a16:creationId xmlns:a16="http://schemas.microsoft.com/office/drawing/2014/main" id="{EBC276B7-8C3C-6CBA-4862-C87DE760B64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3868737" y="1102498"/>
            <a:ext cx="400050" cy="561975"/>
          </a:xfrm>
          <a:prstGeom prst="rect">
            <a:avLst/>
          </a:prstGeom>
        </p:spPr>
      </p:pic>
      <p:pic>
        <p:nvPicPr>
          <p:cNvPr id="20" name="Graphic 19">
            <a:extLst>
              <a:ext uri="{FF2B5EF4-FFF2-40B4-BE49-F238E27FC236}">
                <a16:creationId xmlns:a16="http://schemas.microsoft.com/office/drawing/2014/main" id="{E3F9E6EB-4A4A-454A-A18C-9B530C37554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878262" y="2257410"/>
            <a:ext cx="381000" cy="552450"/>
          </a:xfrm>
          <a:prstGeom prst="rect">
            <a:avLst/>
          </a:prstGeom>
        </p:spPr>
      </p:pic>
      <p:pic>
        <p:nvPicPr>
          <p:cNvPr id="21" name="Graphic 20">
            <a:extLst>
              <a:ext uri="{FF2B5EF4-FFF2-40B4-BE49-F238E27FC236}">
                <a16:creationId xmlns:a16="http://schemas.microsoft.com/office/drawing/2014/main" id="{00919075-E4B8-2655-5495-813350A895F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868737" y="3402797"/>
            <a:ext cx="400050" cy="542925"/>
          </a:xfrm>
          <a:prstGeom prst="rect">
            <a:avLst/>
          </a:prstGeom>
        </p:spPr>
      </p:pic>
      <p:pic>
        <p:nvPicPr>
          <p:cNvPr id="22" name="Graphic 21">
            <a:extLst>
              <a:ext uri="{FF2B5EF4-FFF2-40B4-BE49-F238E27FC236}">
                <a16:creationId xmlns:a16="http://schemas.microsoft.com/office/drawing/2014/main" id="{F6A8E4DE-F458-FA31-A0B7-8D1F9C1ACC08}"/>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863975" y="4538659"/>
            <a:ext cx="409575" cy="571500"/>
          </a:xfrm>
          <a:prstGeom prst="rect">
            <a:avLst/>
          </a:prstGeom>
        </p:spPr>
      </p:pic>
      <p:pic>
        <p:nvPicPr>
          <p:cNvPr id="23" name="Graphic 22">
            <a:extLst>
              <a:ext uri="{FF2B5EF4-FFF2-40B4-BE49-F238E27FC236}">
                <a16:creationId xmlns:a16="http://schemas.microsoft.com/office/drawing/2014/main" id="{47428ABF-F02F-E3C5-CD76-E424D7847ABF}"/>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3887787" y="5703094"/>
            <a:ext cx="361950" cy="523875"/>
          </a:xfrm>
          <a:prstGeom prst="rect">
            <a:avLst/>
          </a:prstGeom>
        </p:spPr>
      </p:pic>
      <p:pic>
        <p:nvPicPr>
          <p:cNvPr id="24" name="Graphic 23">
            <a:extLst>
              <a:ext uri="{FF2B5EF4-FFF2-40B4-BE49-F238E27FC236}">
                <a16:creationId xmlns:a16="http://schemas.microsoft.com/office/drawing/2014/main" id="{CDB1018D-26EE-9BE5-C09F-7234F636756F}"/>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868737" y="1102498"/>
            <a:ext cx="400050" cy="561975"/>
          </a:xfrm>
          <a:prstGeom prst="rect">
            <a:avLst/>
          </a:prstGeom>
        </p:spPr>
      </p:pic>
      <p:pic>
        <p:nvPicPr>
          <p:cNvPr id="25" name="Graphic 24">
            <a:extLst>
              <a:ext uri="{FF2B5EF4-FFF2-40B4-BE49-F238E27FC236}">
                <a16:creationId xmlns:a16="http://schemas.microsoft.com/office/drawing/2014/main" id="{2C19CC6A-47AD-555B-6CC5-FD796171B8EF}"/>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3878262" y="2257410"/>
            <a:ext cx="381000" cy="552450"/>
          </a:xfrm>
          <a:prstGeom prst="rect">
            <a:avLst/>
          </a:prstGeom>
        </p:spPr>
      </p:pic>
      <p:pic>
        <p:nvPicPr>
          <p:cNvPr id="26" name="Graphic 25">
            <a:extLst>
              <a:ext uri="{FF2B5EF4-FFF2-40B4-BE49-F238E27FC236}">
                <a16:creationId xmlns:a16="http://schemas.microsoft.com/office/drawing/2014/main" id="{2F12FBD3-ACCE-5F3B-7C23-CCA9FDA365DE}"/>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3868737" y="3402797"/>
            <a:ext cx="400050" cy="542925"/>
          </a:xfrm>
          <a:prstGeom prst="rect">
            <a:avLst/>
          </a:prstGeom>
        </p:spPr>
      </p:pic>
      <p:pic>
        <p:nvPicPr>
          <p:cNvPr id="27" name="Graphic 26">
            <a:extLst>
              <a:ext uri="{FF2B5EF4-FFF2-40B4-BE49-F238E27FC236}">
                <a16:creationId xmlns:a16="http://schemas.microsoft.com/office/drawing/2014/main" id="{10FD3D3A-0BE3-A730-59E3-84CD94DAE3B8}"/>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3863975" y="4538659"/>
            <a:ext cx="409575" cy="571500"/>
          </a:xfrm>
          <a:prstGeom prst="rect">
            <a:avLst/>
          </a:prstGeom>
        </p:spPr>
      </p:pic>
      <p:pic>
        <p:nvPicPr>
          <p:cNvPr id="28" name="Graphic 27">
            <a:extLst>
              <a:ext uri="{FF2B5EF4-FFF2-40B4-BE49-F238E27FC236}">
                <a16:creationId xmlns:a16="http://schemas.microsoft.com/office/drawing/2014/main" id="{4147564F-94B3-7516-4C88-E6FA3D0BEDD2}"/>
              </a:ext>
            </a:extLst>
          </p:cNvPr>
          <p:cNvPicPr>
            <a:picLocks noChangeAspect="1"/>
          </p:cNvPicPr>
          <p:nvPr userDrawn="1"/>
        </p:nvPicPr>
        <p:blipFill>
          <a:blip>
            <a:extLst>
              <a:ext uri="{96DAC541-7B7A-43D3-8B79-37D633B846F1}">
                <asvg:svgBlip xmlns:asvg="http://schemas.microsoft.com/office/drawing/2016/SVG/main" r:embed="rId6"/>
              </a:ext>
            </a:extLst>
          </a:blip>
          <a:stretch>
            <a:fillRect/>
          </a:stretch>
        </p:blipFill>
        <p:spPr>
          <a:xfrm>
            <a:off x="3887787" y="5703094"/>
            <a:ext cx="361950" cy="523875"/>
          </a:xfrm>
          <a:prstGeom prst="rect">
            <a:avLst/>
          </a:prstGeom>
        </p:spPr>
      </p:pic>
    </p:spTree>
    <p:extLst>
      <p:ext uri="{BB962C8B-B14F-4D97-AF65-F5344CB8AC3E}">
        <p14:creationId xmlns:p14="http://schemas.microsoft.com/office/powerpoint/2010/main" val="33907494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Next Steps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0C1A7A-305C-A185-AE2E-FA42709974A0}"/>
              </a:ext>
            </a:extLst>
          </p:cNvPr>
          <p:cNvSpPr>
            <a:spLocks noGrp="1"/>
          </p:cNvSpPr>
          <p:nvPr>
            <p:ph type="title" hasCustomPrompt="1"/>
          </p:nvPr>
        </p:nvSpPr>
        <p:spPr>
          <a:xfrm>
            <a:off x="453489" y="957221"/>
            <a:ext cx="2584176" cy="1212057"/>
          </a:xfrm>
        </p:spPr>
        <p:txBody>
          <a:bodyPr/>
          <a:lstStyle>
            <a:lvl1pPr marL="0" algn="l" defTabSz="914400" rtl="0" eaLnBrk="1" latinLnBrk="0" hangingPunct="1">
              <a:lnSpc>
                <a:spcPct val="90000"/>
              </a:lnSpc>
              <a:spcBef>
                <a:spcPct val="0"/>
              </a:spcBef>
              <a:buNone/>
              <a:defRPr lang="en-US" sz="3200" kern="1200" dirty="0">
                <a:solidFill>
                  <a:schemeClr val="tx1"/>
                </a:solidFill>
                <a:latin typeface="+mn-lt"/>
                <a:ea typeface="+mj-ea"/>
                <a:cs typeface="+mj-cs"/>
              </a:defRPr>
            </a:lvl1pPr>
          </a:lstStyle>
          <a:p>
            <a:r>
              <a:rPr lang="en-US"/>
              <a:t>Next Steps</a:t>
            </a:r>
          </a:p>
        </p:txBody>
      </p:sp>
      <p:sp>
        <p:nvSpPr>
          <p:cNvPr id="4" name="Text Placeholder 4">
            <a:extLst>
              <a:ext uri="{FF2B5EF4-FFF2-40B4-BE49-F238E27FC236}">
                <a16:creationId xmlns:a16="http://schemas.microsoft.com/office/drawing/2014/main" id="{37A71FD4-A028-CCA0-438C-37E9BE2222D1}"/>
              </a:ext>
            </a:extLst>
          </p:cNvPr>
          <p:cNvSpPr>
            <a:spLocks noGrp="1"/>
          </p:cNvSpPr>
          <p:nvPr>
            <p:ph type="body" sz="quarter" idx="12" hasCustomPrompt="1"/>
          </p:nvPr>
        </p:nvSpPr>
        <p:spPr>
          <a:xfrm>
            <a:off x="454025" y="482600"/>
            <a:ext cx="3819525" cy="450850"/>
          </a:xfrm>
        </p:spPr>
        <p:txBody>
          <a:bodyPr/>
          <a:lstStyle>
            <a:lvl1pPr marL="0" indent="0" algn="l" defTabSz="914400" rtl="0" eaLnBrk="1" latinLnBrk="0" hangingPunct="1">
              <a:lnSpc>
                <a:spcPct val="90000"/>
              </a:lnSpc>
              <a:spcBef>
                <a:spcPct val="0"/>
              </a:spcBef>
              <a:buNone/>
              <a:defRPr lang="en-US" sz="1800" kern="1200" dirty="0" smtClean="0">
                <a:solidFill>
                  <a:schemeClr val="accent1"/>
                </a:solidFill>
                <a:latin typeface="+mj-lt"/>
                <a:ea typeface="+mj-ea"/>
                <a:cs typeface="+mj-cs"/>
              </a:defRPr>
            </a:lvl1pPr>
            <a:lvl2pPr marL="0" indent="0" algn="l" defTabSz="914400" rtl="0" eaLnBrk="1" latinLnBrk="0" hangingPunct="1">
              <a:lnSpc>
                <a:spcPct val="90000"/>
              </a:lnSpc>
              <a:spcBef>
                <a:spcPct val="0"/>
              </a:spcBef>
              <a:buNone/>
              <a:defRPr lang="en-US" sz="1800" kern="1200" dirty="0" smtClean="0">
                <a:solidFill>
                  <a:schemeClr val="accent1"/>
                </a:solidFill>
                <a:latin typeface="+mj-lt"/>
                <a:ea typeface="+mj-ea"/>
                <a:cs typeface="+mj-cs"/>
              </a:defRPr>
            </a:lvl2pPr>
            <a:lvl3pPr marL="0" indent="0" algn="l" defTabSz="914400" rtl="0" eaLnBrk="1" latinLnBrk="0" hangingPunct="1">
              <a:lnSpc>
                <a:spcPct val="90000"/>
              </a:lnSpc>
              <a:spcBef>
                <a:spcPct val="0"/>
              </a:spcBef>
              <a:buNone/>
              <a:defRPr lang="en-US" sz="1800" kern="1200" dirty="0" smtClean="0">
                <a:solidFill>
                  <a:schemeClr val="accent1"/>
                </a:solidFill>
                <a:latin typeface="+mj-lt"/>
                <a:ea typeface="+mj-ea"/>
                <a:cs typeface="+mj-cs"/>
              </a:defRPr>
            </a:lvl3pPr>
            <a:lvl4pPr marL="0" indent="0" algn="l" defTabSz="914400" rtl="0" eaLnBrk="1" latinLnBrk="0" hangingPunct="1">
              <a:lnSpc>
                <a:spcPct val="90000"/>
              </a:lnSpc>
              <a:spcBef>
                <a:spcPct val="0"/>
              </a:spcBef>
              <a:buNone/>
              <a:defRPr lang="en-US" sz="1800" kern="1200" dirty="0" smtClean="0">
                <a:solidFill>
                  <a:schemeClr val="accent1"/>
                </a:solidFill>
                <a:latin typeface="+mj-lt"/>
                <a:ea typeface="+mj-ea"/>
                <a:cs typeface="+mj-cs"/>
              </a:defRPr>
            </a:lvl4pPr>
            <a:lvl5pPr marL="0" indent="0" algn="l" defTabSz="914400" rtl="0" eaLnBrk="1" latinLnBrk="0" hangingPunct="1">
              <a:lnSpc>
                <a:spcPct val="90000"/>
              </a:lnSpc>
              <a:spcBef>
                <a:spcPct val="0"/>
              </a:spcBef>
              <a:buNone/>
              <a:defRPr lang="en-US" sz="1800" kern="1200" dirty="0">
                <a:solidFill>
                  <a:schemeClr val="accent1"/>
                </a:solidFill>
                <a:latin typeface="+mj-lt"/>
                <a:ea typeface="+mj-ea"/>
                <a:cs typeface="+mj-cs"/>
              </a:defRPr>
            </a:lvl5pPr>
          </a:lstStyle>
          <a:p>
            <a:pPr lvl="0"/>
            <a:r>
              <a:rPr lang="en-US"/>
              <a:t>[PROSPECT] &amp; </a:t>
            </a:r>
            <a:br>
              <a:rPr lang="en-US"/>
            </a:br>
            <a:r>
              <a:rPr lang="en-US"/>
              <a:t>CAPITOLIS</a:t>
            </a:r>
          </a:p>
        </p:txBody>
      </p:sp>
      <p:pic>
        <p:nvPicPr>
          <p:cNvPr id="5" name="Graphic 4">
            <a:extLst>
              <a:ext uri="{FF2B5EF4-FFF2-40B4-BE49-F238E27FC236}">
                <a16:creationId xmlns:a16="http://schemas.microsoft.com/office/drawing/2014/main" id="{C91DA27E-1921-4C1B-9662-FE584C05A9A3}"/>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3868737" y="1102498"/>
            <a:ext cx="400050" cy="561975"/>
          </a:xfrm>
          <a:prstGeom prst="rect">
            <a:avLst/>
          </a:prstGeom>
        </p:spPr>
      </p:pic>
      <p:pic>
        <p:nvPicPr>
          <p:cNvPr id="6" name="Graphic 5">
            <a:extLst>
              <a:ext uri="{FF2B5EF4-FFF2-40B4-BE49-F238E27FC236}">
                <a16:creationId xmlns:a16="http://schemas.microsoft.com/office/drawing/2014/main" id="{CC9900F9-F0E6-4A12-2B3E-9198B223A22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878262" y="2475699"/>
            <a:ext cx="381000" cy="552450"/>
          </a:xfrm>
          <a:prstGeom prst="rect">
            <a:avLst/>
          </a:prstGeom>
        </p:spPr>
      </p:pic>
      <p:pic>
        <p:nvPicPr>
          <p:cNvPr id="7" name="Graphic 6">
            <a:extLst>
              <a:ext uri="{FF2B5EF4-FFF2-40B4-BE49-F238E27FC236}">
                <a16:creationId xmlns:a16="http://schemas.microsoft.com/office/drawing/2014/main" id="{D3546031-4088-34A1-CC77-DDF1A696117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868737" y="3839375"/>
            <a:ext cx="400050" cy="542925"/>
          </a:xfrm>
          <a:prstGeom prst="rect">
            <a:avLst/>
          </a:prstGeom>
        </p:spPr>
      </p:pic>
      <p:pic>
        <p:nvPicPr>
          <p:cNvPr id="8" name="Graphic 7">
            <a:extLst>
              <a:ext uri="{FF2B5EF4-FFF2-40B4-BE49-F238E27FC236}">
                <a16:creationId xmlns:a16="http://schemas.microsoft.com/office/drawing/2014/main" id="{E6960885-3F87-73D9-FF52-DBE6C88CAFC7}"/>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863975" y="5193527"/>
            <a:ext cx="409575" cy="571500"/>
          </a:xfrm>
          <a:prstGeom prst="rect">
            <a:avLst/>
          </a:prstGeom>
        </p:spPr>
      </p:pic>
      <p:sp>
        <p:nvSpPr>
          <p:cNvPr id="11" name="Text Placeholder 10">
            <a:extLst>
              <a:ext uri="{FF2B5EF4-FFF2-40B4-BE49-F238E27FC236}">
                <a16:creationId xmlns:a16="http://schemas.microsoft.com/office/drawing/2014/main" id="{53A2B4B1-6D5E-AA8B-864C-587EDAEC995D}"/>
              </a:ext>
            </a:extLst>
          </p:cNvPr>
          <p:cNvSpPr>
            <a:spLocks noGrp="1"/>
          </p:cNvSpPr>
          <p:nvPr>
            <p:ph type="body" sz="quarter" idx="13"/>
          </p:nvPr>
        </p:nvSpPr>
        <p:spPr>
          <a:xfrm>
            <a:off x="4743450" y="957242"/>
            <a:ext cx="6988175" cy="852487"/>
          </a:xfrm>
        </p:spPr>
        <p:txBody>
          <a:bodyPr anchor="ctr" anchorCtr="0"/>
          <a:lstStyle>
            <a:lvl1pPr>
              <a:defRPr sz="1800"/>
            </a:lvl1pPr>
            <a:lvl2pPr>
              <a:defRPr sz="1800"/>
            </a:lvl2pPr>
          </a:lstStyle>
          <a:p>
            <a:pPr lvl="0"/>
            <a:r>
              <a:rPr lang="en-US"/>
              <a:t>Click to edit Master text styles</a:t>
            </a:r>
          </a:p>
          <a:p>
            <a:pPr lvl="1"/>
            <a:r>
              <a:rPr lang="en-US"/>
              <a:t>Second level</a:t>
            </a:r>
          </a:p>
        </p:txBody>
      </p:sp>
      <p:sp>
        <p:nvSpPr>
          <p:cNvPr id="12" name="Text Placeholder 10">
            <a:extLst>
              <a:ext uri="{FF2B5EF4-FFF2-40B4-BE49-F238E27FC236}">
                <a16:creationId xmlns:a16="http://schemas.microsoft.com/office/drawing/2014/main" id="{61C7BA82-1849-EC61-C722-5D26A48C1BF6}"/>
              </a:ext>
            </a:extLst>
          </p:cNvPr>
          <p:cNvSpPr>
            <a:spLocks noGrp="1"/>
          </p:cNvSpPr>
          <p:nvPr>
            <p:ph type="body" sz="quarter" idx="14"/>
          </p:nvPr>
        </p:nvSpPr>
        <p:spPr>
          <a:xfrm>
            <a:off x="4743450" y="2320918"/>
            <a:ext cx="6988175" cy="852487"/>
          </a:xfrm>
        </p:spPr>
        <p:txBody>
          <a:bodyPr anchor="ctr" anchorCtr="0"/>
          <a:lstStyle>
            <a:lvl1pPr>
              <a:defRPr sz="1800"/>
            </a:lvl1pPr>
            <a:lvl2pPr>
              <a:defRPr sz="1800"/>
            </a:lvl2pPr>
          </a:lstStyle>
          <a:p>
            <a:pPr lvl="0"/>
            <a:r>
              <a:rPr lang="en-US"/>
              <a:t>Click to edit Master text styles</a:t>
            </a:r>
          </a:p>
          <a:p>
            <a:pPr lvl="1"/>
            <a:r>
              <a:rPr lang="en-US"/>
              <a:t>Second level</a:t>
            </a:r>
          </a:p>
        </p:txBody>
      </p:sp>
      <p:sp>
        <p:nvSpPr>
          <p:cNvPr id="13" name="Text Placeholder 10">
            <a:extLst>
              <a:ext uri="{FF2B5EF4-FFF2-40B4-BE49-F238E27FC236}">
                <a16:creationId xmlns:a16="http://schemas.microsoft.com/office/drawing/2014/main" id="{EF87CEDE-0312-143D-1F8B-6FE3C0FD939D}"/>
              </a:ext>
            </a:extLst>
          </p:cNvPr>
          <p:cNvSpPr>
            <a:spLocks noGrp="1"/>
          </p:cNvSpPr>
          <p:nvPr>
            <p:ph type="body" sz="quarter" idx="15"/>
          </p:nvPr>
        </p:nvSpPr>
        <p:spPr>
          <a:xfrm>
            <a:off x="4743450" y="3684594"/>
            <a:ext cx="6988175" cy="852487"/>
          </a:xfrm>
        </p:spPr>
        <p:txBody>
          <a:bodyPr anchor="ctr" anchorCtr="0"/>
          <a:lstStyle>
            <a:lvl1pPr>
              <a:defRPr sz="1800"/>
            </a:lvl1pPr>
            <a:lvl2pPr>
              <a:defRPr sz="1800"/>
            </a:lvl2pPr>
          </a:lstStyle>
          <a:p>
            <a:pPr lvl="0"/>
            <a:r>
              <a:rPr lang="en-US"/>
              <a:t>Click to edit Master text styles</a:t>
            </a:r>
          </a:p>
          <a:p>
            <a:pPr lvl="1"/>
            <a:r>
              <a:rPr lang="en-US"/>
              <a:t>Second level</a:t>
            </a:r>
          </a:p>
        </p:txBody>
      </p:sp>
      <p:sp>
        <p:nvSpPr>
          <p:cNvPr id="14" name="Text Placeholder 10">
            <a:extLst>
              <a:ext uri="{FF2B5EF4-FFF2-40B4-BE49-F238E27FC236}">
                <a16:creationId xmlns:a16="http://schemas.microsoft.com/office/drawing/2014/main" id="{71FA5AE4-2692-B1CD-3AB8-A3263E7B88DE}"/>
              </a:ext>
            </a:extLst>
          </p:cNvPr>
          <p:cNvSpPr>
            <a:spLocks noGrp="1"/>
          </p:cNvSpPr>
          <p:nvPr>
            <p:ph type="body" sz="quarter" idx="16"/>
          </p:nvPr>
        </p:nvSpPr>
        <p:spPr>
          <a:xfrm>
            <a:off x="4743450" y="5048271"/>
            <a:ext cx="6988175" cy="852487"/>
          </a:xfrm>
        </p:spPr>
        <p:txBody>
          <a:bodyPr anchor="ctr" anchorCtr="0"/>
          <a:lstStyle>
            <a:lvl1pPr>
              <a:defRPr sz="1800"/>
            </a:lvl1pPr>
            <a:lvl2pPr>
              <a:defRPr sz="1800"/>
            </a:lvl2pPr>
          </a:lstStyle>
          <a:p>
            <a:pPr lvl="0"/>
            <a:r>
              <a:rPr lang="en-US"/>
              <a:t>Click to edit Master text styles</a:t>
            </a:r>
          </a:p>
          <a:p>
            <a:pPr lvl="1"/>
            <a:r>
              <a:rPr lang="en-US"/>
              <a:t>Second level</a:t>
            </a:r>
          </a:p>
        </p:txBody>
      </p:sp>
      <p:pic>
        <p:nvPicPr>
          <p:cNvPr id="3" name="Graphic 2">
            <a:extLst>
              <a:ext uri="{FF2B5EF4-FFF2-40B4-BE49-F238E27FC236}">
                <a16:creationId xmlns:a16="http://schemas.microsoft.com/office/drawing/2014/main" id="{A5809043-A8D5-E0AD-EEA3-DD89A1319D0F}"/>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3868737" y="1102498"/>
            <a:ext cx="400050" cy="561975"/>
          </a:xfrm>
          <a:prstGeom prst="rect">
            <a:avLst/>
          </a:prstGeom>
        </p:spPr>
      </p:pic>
      <p:pic>
        <p:nvPicPr>
          <p:cNvPr id="9" name="Graphic 8">
            <a:extLst>
              <a:ext uri="{FF2B5EF4-FFF2-40B4-BE49-F238E27FC236}">
                <a16:creationId xmlns:a16="http://schemas.microsoft.com/office/drawing/2014/main" id="{1C80986A-43DC-5423-EEA8-B3C50D39620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878262" y="2475699"/>
            <a:ext cx="381000" cy="552450"/>
          </a:xfrm>
          <a:prstGeom prst="rect">
            <a:avLst/>
          </a:prstGeom>
        </p:spPr>
      </p:pic>
      <p:pic>
        <p:nvPicPr>
          <p:cNvPr id="10" name="Graphic 9">
            <a:extLst>
              <a:ext uri="{FF2B5EF4-FFF2-40B4-BE49-F238E27FC236}">
                <a16:creationId xmlns:a16="http://schemas.microsoft.com/office/drawing/2014/main" id="{30264A4A-B57B-C1FB-4C4E-AA256E783F6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868737" y="3839375"/>
            <a:ext cx="400050" cy="542925"/>
          </a:xfrm>
          <a:prstGeom prst="rect">
            <a:avLst/>
          </a:prstGeom>
        </p:spPr>
      </p:pic>
      <p:pic>
        <p:nvPicPr>
          <p:cNvPr id="15" name="Graphic 14">
            <a:extLst>
              <a:ext uri="{FF2B5EF4-FFF2-40B4-BE49-F238E27FC236}">
                <a16:creationId xmlns:a16="http://schemas.microsoft.com/office/drawing/2014/main" id="{C9AC2C2B-D735-CC62-A1AC-C5AD3E6A3EC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863975" y="5193527"/>
            <a:ext cx="409575" cy="571500"/>
          </a:xfrm>
          <a:prstGeom prst="rect">
            <a:avLst/>
          </a:prstGeom>
        </p:spPr>
      </p:pic>
      <p:pic>
        <p:nvPicPr>
          <p:cNvPr id="16" name="Graphic 15">
            <a:extLst>
              <a:ext uri="{FF2B5EF4-FFF2-40B4-BE49-F238E27FC236}">
                <a16:creationId xmlns:a16="http://schemas.microsoft.com/office/drawing/2014/main" id="{ED1DC17D-2EE0-9337-76C1-344B005DF156}"/>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3868737" y="1102498"/>
            <a:ext cx="400050" cy="561975"/>
          </a:xfrm>
          <a:prstGeom prst="rect">
            <a:avLst/>
          </a:prstGeom>
        </p:spPr>
      </p:pic>
      <p:pic>
        <p:nvPicPr>
          <p:cNvPr id="17" name="Graphic 16">
            <a:extLst>
              <a:ext uri="{FF2B5EF4-FFF2-40B4-BE49-F238E27FC236}">
                <a16:creationId xmlns:a16="http://schemas.microsoft.com/office/drawing/2014/main" id="{419A8E64-CFDD-C44B-EE3B-08A246E1B66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878262" y="2475699"/>
            <a:ext cx="381000" cy="552450"/>
          </a:xfrm>
          <a:prstGeom prst="rect">
            <a:avLst/>
          </a:prstGeom>
        </p:spPr>
      </p:pic>
      <p:pic>
        <p:nvPicPr>
          <p:cNvPr id="18" name="Graphic 17">
            <a:extLst>
              <a:ext uri="{FF2B5EF4-FFF2-40B4-BE49-F238E27FC236}">
                <a16:creationId xmlns:a16="http://schemas.microsoft.com/office/drawing/2014/main" id="{94BEB6B8-BC04-9BCE-8B5B-C7262718406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868737" y="3839375"/>
            <a:ext cx="400050" cy="542925"/>
          </a:xfrm>
          <a:prstGeom prst="rect">
            <a:avLst/>
          </a:prstGeom>
        </p:spPr>
      </p:pic>
      <p:pic>
        <p:nvPicPr>
          <p:cNvPr id="19" name="Graphic 18">
            <a:extLst>
              <a:ext uri="{FF2B5EF4-FFF2-40B4-BE49-F238E27FC236}">
                <a16:creationId xmlns:a16="http://schemas.microsoft.com/office/drawing/2014/main" id="{CFA530B8-950A-54BB-4FA2-35E9A89832DF}"/>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863975" y="5193527"/>
            <a:ext cx="409575" cy="571500"/>
          </a:xfrm>
          <a:prstGeom prst="rect">
            <a:avLst/>
          </a:prstGeom>
        </p:spPr>
      </p:pic>
      <p:pic>
        <p:nvPicPr>
          <p:cNvPr id="20" name="Graphic 19">
            <a:extLst>
              <a:ext uri="{FF2B5EF4-FFF2-40B4-BE49-F238E27FC236}">
                <a16:creationId xmlns:a16="http://schemas.microsoft.com/office/drawing/2014/main" id="{3C7C2685-C7F7-910B-C4F2-0A2F49339FCE}"/>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868737" y="1102498"/>
            <a:ext cx="400050" cy="561975"/>
          </a:xfrm>
          <a:prstGeom prst="rect">
            <a:avLst/>
          </a:prstGeom>
        </p:spPr>
      </p:pic>
      <p:pic>
        <p:nvPicPr>
          <p:cNvPr id="21" name="Graphic 20">
            <a:extLst>
              <a:ext uri="{FF2B5EF4-FFF2-40B4-BE49-F238E27FC236}">
                <a16:creationId xmlns:a16="http://schemas.microsoft.com/office/drawing/2014/main" id="{6A11A1D3-BB89-2B22-418E-5638C0726C0C}"/>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3878262" y="2475699"/>
            <a:ext cx="381000" cy="552450"/>
          </a:xfrm>
          <a:prstGeom prst="rect">
            <a:avLst/>
          </a:prstGeom>
        </p:spPr>
      </p:pic>
      <p:pic>
        <p:nvPicPr>
          <p:cNvPr id="22" name="Graphic 21">
            <a:extLst>
              <a:ext uri="{FF2B5EF4-FFF2-40B4-BE49-F238E27FC236}">
                <a16:creationId xmlns:a16="http://schemas.microsoft.com/office/drawing/2014/main" id="{CAB65CA5-FE7B-62B8-8A42-30C5507A68F5}"/>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3868737" y="3839375"/>
            <a:ext cx="400050" cy="542925"/>
          </a:xfrm>
          <a:prstGeom prst="rect">
            <a:avLst/>
          </a:prstGeom>
        </p:spPr>
      </p:pic>
      <p:pic>
        <p:nvPicPr>
          <p:cNvPr id="23" name="Graphic 22">
            <a:extLst>
              <a:ext uri="{FF2B5EF4-FFF2-40B4-BE49-F238E27FC236}">
                <a16:creationId xmlns:a16="http://schemas.microsoft.com/office/drawing/2014/main" id="{271EEA16-0F4B-C676-097F-5C8E8923DFDF}"/>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3863975" y="5193527"/>
            <a:ext cx="409575" cy="571500"/>
          </a:xfrm>
          <a:prstGeom prst="rect">
            <a:avLst/>
          </a:prstGeom>
        </p:spPr>
      </p:pic>
    </p:spTree>
    <p:extLst>
      <p:ext uri="{BB962C8B-B14F-4D97-AF65-F5344CB8AC3E}">
        <p14:creationId xmlns:p14="http://schemas.microsoft.com/office/powerpoint/2010/main" val="35494816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Next Steps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0C1A7A-305C-A185-AE2E-FA42709974A0}"/>
              </a:ext>
            </a:extLst>
          </p:cNvPr>
          <p:cNvSpPr>
            <a:spLocks noGrp="1"/>
          </p:cNvSpPr>
          <p:nvPr>
            <p:ph type="title" hasCustomPrompt="1"/>
          </p:nvPr>
        </p:nvSpPr>
        <p:spPr>
          <a:xfrm>
            <a:off x="453489" y="957221"/>
            <a:ext cx="2584176" cy="1212057"/>
          </a:xfrm>
        </p:spPr>
        <p:txBody>
          <a:bodyPr/>
          <a:lstStyle>
            <a:lvl1pPr marL="0" algn="l" defTabSz="914400" rtl="0" eaLnBrk="1" latinLnBrk="0" hangingPunct="1">
              <a:lnSpc>
                <a:spcPct val="90000"/>
              </a:lnSpc>
              <a:spcBef>
                <a:spcPct val="0"/>
              </a:spcBef>
              <a:buNone/>
              <a:defRPr lang="en-US" sz="3200" kern="1200" dirty="0">
                <a:solidFill>
                  <a:schemeClr val="tx1"/>
                </a:solidFill>
                <a:latin typeface="+mn-lt"/>
                <a:ea typeface="+mj-ea"/>
                <a:cs typeface="+mj-cs"/>
              </a:defRPr>
            </a:lvl1pPr>
          </a:lstStyle>
          <a:p>
            <a:r>
              <a:rPr lang="en-US"/>
              <a:t>Next Steps</a:t>
            </a:r>
          </a:p>
        </p:txBody>
      </p:sp>
      <p:sp>
        <p:nvSpPr>
          <p:cNvPr id="4" name="Text Placeholder 4">
            <a:extLst>
              <a:ext uri="{FF2B5EF4-FFF2-40B4-BE49-F238E27FC236}">
                <a16:creationId xmlns:a16="http://schemas.microsoft.com/office/drawing/2014/main" id="{37A71FD4-A028-CCA0-438C-37E9BE2222D1}"/>
              </a:ext>
            </a:extLst>
          </p:cNvPr>
          <p:cNvSpPr>
            <a:spLocks noGrp="1"/>
          </p:cNvSpPr>
          <p:nvPr>
            <p:ph type="body" sz="quarter" idx="12" hasCustomPrompt="1"/>
          </p:nvPr>
        </p:nvSpPr>
        <p:spPr>
          <a:xfrm>
            <a:off x="454025" y="482600"/>
            <a:ext cx="3819525" cy="450850"/>
          </a:xfrm>
        </p:spPr>
        <p:txBody>
          <a:bodyPr/>
          <a:lstStyle>
            <a:lvl1pPr marL="0" indent="0" algn="l" defTabSz="914400" rtl="0" eaLnBrk="1" latinLnBrk="0" hangingPunct="1">
              <a:lnSpc>
                <a:spcPct val="90000"/>
              </a:lnSpc>
              <a:spcBef>
                <a:spcPct val="0"/>
              </a:spcBef>
              <a:buNone/>
              <a:defRPr lang="en-US" sz="1800" kern="1200" dirty="0" smtClean="0">
                <a:solidFill>
                  <a:schemeClr val="accent1"/>
                </a:solidFill>
                <a:latin typeface="+mj-lt"/>
                <a:ea typeface="+mj-ea"/>
                <a:cs typeface="+mj-cs"/>
              </a:defRPr>
            </a:lvl1pPr>
            <a:lvl2pPr marL="0" indent="0" algn="l" defTabSz="914400" rtl="0" eaLnBrk="1" latinLnBrk="0" hangingPunct="1">
              <a:lnSpc>
                <a:spcPct val="90000"/>
              </a:lnSpc>
              <a:spcBef>
                <a:spcPct val="0"/>
              </a:spcBef>
              <a:buNone/>
              <a:defRPr lang="en-US" sz="1800" kern="1200" dirty="0" smtClean="0">
                <a:solidFill>
                  <a:schemeClr val="accent1"/>
                </a:solidFill>
                <a:latin typeface="+mj-lt"/>
                <a:ea typeface="+mj-ea"/>
                <a:cs typeface="+mj-cs"/>
              </a:defRPr>
            </a:lvl2pPr>
            <a:lvl3pPr marL="0" indent="0" algn="l" defTabSz="914400" rtl="0" eaLnBrk="1" latinLnBrk="0" hangingPunct="1">
              <a:lnSpc>
                <a:spcPct val="90000"/>
              </a:lnSpc>
              <a:spcBef>
                <a:spcPct val="0"/>
              </a:spcBef>
              <a:buNone/>
              <a:defRPr lang="en-US" sz="1800" kern="1200" dirty="0" smtClean="0">
                <a:solidFill>
                  <a:schemeClr val="accent1"/>
                </a:solidFill>
                <a:latin typeface="+mj-lt"/>
                <a:ea typeface="+mj-ea"/>
                <a:cs typeface="+mj-cs"/>
              </a:defRPr>
            </a:lvl3pPr>
            <a:lvl4pPr marL="0" indent="0" algn="l" defTabSz="914400" rtl="0" eaLnBrk="1" latinLnBrk="0" hangingPunct="1">
              <a:lnSpc>
                <a:spcPct val="90000"/>
              </a:lnSpc>
              <a:spcBef>
                <a:spcPct val="0"/>
              </a:spcBef>
              <a:buNone/>
              <a:defRPr lang="en-US" sz="1800" kern="1200" dirty="0" smtClean="0">
                <a:solidFill>
                  <a:schemeClr val="accent1"/>
                </a:solidFill>
                <a:latin typeface="+mj-lt"/>
                <a:ea typeface="+mj-ea"/>
                <a:cs typeface="+mj-cs"/>
              </a:defRPr>
            </a:lvl4pPr>
            <a:lvl5pPr marL="0" indent="0" algn="l" defTabSz="914400" rtl="0" eaLnBrk="1" latinLnBrk="0" hangingPunct="1">
              <a:lnSpc>
                <a:spcPct val="90000"/>
              </a:lnSpc>
              <a:spcBef>
                <a:spcPct val="0"/>
              </a:spcBef>
              <a:buNone/>
              <a:defRPr lang="en-US" sz="1800" kern="1200" dirty="0">
                <a:solidFill>
                  <a:schemeClr val="accent1"/>
                </a:solidFill>
                <a:latin typeface="+mj-lt"/>
                <a:ea typeface="+mj-ea"/>
                <a:cs typeface="+mj-cs"/>
              </a:defRPr>
            </a:lvl5pPr>
          </a:lstStyle>
          <a:p>
            <a:pPr lvl="0"/>
            <a:r>
              <a:rPr lang="en-US"/>
              <a:t>[PROSPECT] &amp; </a:t>
            </a:r>
            <a:br>
              <a:rPr lang="en-US"/>
            </a:br>
            <a:r>
              <a:rPr lang="en-US"/>
              <a:t>CAPITOLIS</a:t>
            </a:r>
          </a:p>
        </p:txBody>
      </p:sp>
      <p:pic>
        <p:nvPicPr>
          <p:cNvPr id="5" name="Graphic 4">
            <a:extLst>
              <a:ext uri="{FF2B5EF4-FFF2-40B4-BE49-F238E27FC236}">
                <a16:creationId xmlns:a16="http://schemas.microsoft.com/office/drawing/2014/main" id="{C91DA27E-1921-4C1B-9662-FE584C05A9A3}"/>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3868737" y="1151273"/>
            <a:ext cx="400050" cy="561975"/>
          </a:xfrm>
          <a:prstGeom prst="rect">
            <a:avLst/>
          </a:prstGeom>
        </p:spPr>
      </p:pic>
      <p:pic>
        <p:nvPicPr>
          <p:cNvPr id="6" name="Graphic 5">
            <a:extLst>
              <a:ext uri="{FF2B5EF4-FFF2-40B4-BE49-F238E27FC236}">
                <a16:creationId xmlns:a16="http://schemas.microsoft.com/office/drawing/2014/main" id="{CC9900F9-F0E6-4A12-2B3E-9198B223A22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878262" y="2831929"/>
            <a:ext cx="381000" cy="552450"/>
          </a:xfrm>
          <a:prstGeom prst="rect">
            <a:avLst/>
          </a:prstGeom>
        </p:spPr>
      </p:pic>
      <p:pic>
        <p:nvPicPr>
          <p:cNvPr id="7" name="Graphic 6">
            <a:extLst>
              <a:ext uri="{FF2B5EF4-FFF2-40B4-BE49-F238E27FC236}">
                <a16:creationId xmlns:a16="http://schemas.microsoft.com/office/drawing/2014/main" id="{D3546031-4088-34A1-CC77-DDF1A696117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868737" y="4561359"/>
            <a:ext cx="400050" cy="542925"/>
          </a:xfrm>
          <a:prstGeom prst="rect">
            <a:avLst/>
          </a:prstGeom>
        </p:spPr>
      </p:pic>
      <p:sp>
        <p:nvSpPr>
          <p:cNvPr id="11" name="Text Placeholder 10">
            <a:extLst>
              <a:ext uri="{FF2B5EF4-FFF2-40B4-BE49-F238E27FC236}">
                <a16:creationId xmlns:a16="http://schemas.microsoft.com/office/drawing/2014/main" id="{53A2B4B1-6D5E-AA8B-864C-587EDAEC995D}"/>
              </a:ext>
            </a:extLst>
          </p:cNvPr>
          <p:cNvSpPr>
            <a:spLocks noGrp="1"/>
          </p:cNvSpPr>
          <p:nvPr>
            <p:ph type="body" sz="quarter" idx="13"/>
          </p:nvPr>
        </p:nvSpPr>
        <p:spPr>
          <a:xfrm>
            <a:off x="4438652" y="957242"/>
            <a:ext cx="6988175" cy="852487"/>
          </a:xfrm>
        </p:spPr>
        <p:txBody>
          <a:bodyPr anchor="ctr" anchorCtr="0"/>
          <a:lstStyle>
            <a:lvl1pPr marL="0" indent="0">
              <a:buNone/>
              <a:defRPr sz="1800"/>
            </a:lvl1pPr>
            <a:lvl2pPr>
              <a:defRPr sz="1800"/>
            </a:lvl2pPr>
          </a:lstStyle>
          <a:p>
            <a:pPr lvl="0"/>
            <a:r>
              <a:rPr lang="en-US"/>
              <a:t>Click to edit Master text styles</a:t>
            </a:r>
          </a:p>
        </p:txBody>
      </p:sp>
      <p:sp>
        <p:nvSpPr>
          <p:cNvPr id="12" name="Text Placeholder 10">
            <a:extLst>
              <a:ext uri="{FF2B5EF4-FFF2-40B4-BE49-F238E27FC236}">
                <a16:creationId xmlns:a16="http://schemas.microsoft.com/office/drawing/2014/main" id="{61C7BA82-1849-EC61-C722-5D26A48C1BF6}"/>
              </a:ext>
            </a:extLst>
          </p:cNvPr>
          <p:cNvSpPr>
            <a:spLocks noGrp="1"/>
          </p:cNvSpPr>
          <p:nvPr>
            <p:ph type="body" sz="quarter" idx="14"/>
          </p:nvPr>
        </p:nvSpPr>
        <p:spPr>
          <a:xfrm>
            <a:off x="4438652" y="2681911"/>
            <a:ext cx="6988175" cy="852487"/>
          </a:xfrm>
        </p:spPr>
        <p:txBody>
          <a:bodyPr anchor="ctr" anchorCtr="0"/>
          <a:lstStyle>
            <a:lvl1pPr marL="0" indent="0">
              <a:buNone/>
              <a:defRPr sz="1800"/>
            </a:lvl1pPr>
            <a:lvl2pPr>
              <a:defRPr sz="1800"/>
            </a:lvl2pPr>
          </a:lstStyle>
          <a:p>
            <a:pPr lvl="0"/>
            <a:r>
              <a:rPr lang="en-US"/>
              <a:t>Click to edit Master text styles</a:t>
            </a:r>
          </a:p>
        </p:txBody>
      </p:sp>
      <p:sp>
        <p:nvSpPr>
          <p:cNvPr id="13" name="Text Placeholder 10">
            <a:extLst>
              <a:ext uri="{FF2B5EF4-FFF2-40B4-BE49-F238E27FC236}">
                <a16:creationId xmlns:a16="http://schemas.microsoft.com/office/drawing/2014/main" id="{EF87CEDE-0312-143D-1F8B-6FE3C0FD939D}"/>
              </a:ext>
            </a:extLst>
          </p:cNvPr>
          <p:cNvSpPr>
            <a:spLocks noGrp="1"/>
          </p:cNvSpPr>
          <p:nvPr>
            <p:ph type="body" sz="quarter" idx="15"/>
          </p:nvPr>
        </p:nvSpPr>
        <p:spPr>
          <a:xfrm>
            <a:off x="4438652" y="4406579"/>
            <a:ext cx="6988175" cy="852487"/>
          </a:xfrm>
        </p:spPr>
        <p:txBody>
          <a:bodyPr anchor="ctr" anchorCtr="0"/>
          <a:lstStyle>
            <a:lvl1pPr marL="0" indent="0">
              <a:buNone/>
              <a:defRPr sz="1800"/>
            </a:lvl1pPr>
            <a:lvl2pPr>
              <a:defRPr sz="1800"/>
            </a:lvl2pPr>
          </a:lstStyle>
          <a:p>
            <a:pPr lvl="0"/>
            <a:r>
              <a:rPr lang="en-US"/>
              <a:t>Click to edit Master text styles</a:t>
            </a:r>
          </a:p>
        </p:txBody>
      </p:sp>
      <p:pic>
        <p:nvPicPr>
          <p:cNvPr id="3" name="Graphic 2">
            <a:extLst>
              <a:ext uri="{FF2B5EF4-FFF2-40B4-BE49-F238E27FC236}">
                <a16:creationId xmlns:a16="http://schemas.microsoft.com/office/drawing/2014/main" id="{49344E91-0B8F-DE73-083A-A807066DA616}"/>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3868737" y="1151273"/>
            <a:ext cx="400050" cy="561975"/>
          </a:xfrm>
          <a:prstGeom prst="rect">
            <a:avLst/>
          </a:prstGeom>
        </p:spPr>
      </p:pic>
      <p:pic>
        <p:nvPicPr>
          <p:cNvPr id="8" name="Graphic 7">
            <a:extLst>
              <a:ext uri="{FF2B5EF4-FFF2-40B4-BE49-F238E27FC236}">
                <a16:creationId xmlns:a16="http://schemas.microsoft.com/office/drawing/2014/main" id="{3F5FA6BC-6397-2297-3D50-144BF49E4DA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878262" y="2831929"/>
            <a:ext cx="381000" cy="552450"/>
          </a:xfrm>
          <a:prstGeom prst="rect">
            <a:avLst/>
          </a:prstGeom>
        </p:spPr>
      </p:pic>
      <p:pic>
        <p:nvPicPr>
          <p:cNvPr id="9" name="Graphic 8">
            <a:extLst>
              <a:ext uri="{FF2B5EF4-FFF2-40B4-BE49-F238E27FC236}">
                <a16:creationId xmlns:a16="http://schemas.microsoft.com/office/drawing/2014/main" id="{775A786C-3BF2-FCB9-AF69-E829F5C1C0C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868737" y="4561359"/>
            <a:ext cx="400050" cy="542925"/>
          </a:xfrm>
          <a:prstGeom prst="rect">
            <a:avLst/>
          </a:prstGeom>
        </p:spPr>
      </p:pic>
      <p:pic>
        <p:nvPicPr>
          <p:cNvPr id="10" name="Graphic 9">
            <a:extLst>
              <a:ext uri="{FF2B5EF4-FFF2-40B4-BE49-F238E27FC236}">
                <a16:creationId xmlns:a16="http://schemas.microsoft.com/office/drawing/2014/main" id="{0C6BE421-3145-A0B6-68EB-CA93D35A66A3}"/>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3868737" y="1151273"/>
            <a:ext cx="400050" cy="561975"/>
          </a:xfrm>
          <a:prstGeom prst="rect">
            <a:avLst/>
          </a:prstGeom>
        </p:spPr>
      </p:pic>
      <p:pic>
        <p:nvPicPr>
          <p:cNvPr id="14" name="Graphic 13">
            <a:extLst>
              <a:ext uri="{FF2B5EF4-FFF2-40B4-BE49-F238E27FC236}">
                <a16:creationId xmlns:a16="http://schemas.microsoft.com/office/drawing/2014/main" id="{58D783BF-1A78-B93D-836D-C0CDFEE7AE5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878262" y="2831929"/>
            <a:ext cx="381000" cy="552450"/>
          </a:xfrm>
          <a:prstGeom prst="rect">
            <a:avLst/>
          </a:prstGeom>
        </p:spPr>
      </p:pic>
      <p:pic>
        <p:nvPicPr>
          <p:cNvPr id="15" name="Graphic 14">
            <a:extLst>
              <a:ext uri="{FF2B5EF4-FFF2-40B4-BE49-F238E27FC236}">
                <a16:creationId xmlns:a16="http://schemas.microsoft.com/office/drawing/2014/main" id="{F9226664-4332-3489-5B76-B7C12F8CF86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868737" y="4561359"/>
            <a:ext cx="400050" cy="542925"/>
          </a:xfrm>
          <a:prstGeom prst="rect">
            <a:avLst/>
          </a:prstGeom>
        </p:spPr>
      </p:pic>
      <p:pic>
        <p:nvPicPr>
          <p:cNvPr id="16" name="Graphic 15">
            <a:extLst>
              <a:ext uri="{FF2B5EF4-FFF2-40B4-BE49-F238E27FC236}">
                <a16:creationId xmlns:a16="http://schemas.microsoft.com/office/drawing/2014/main" id="{124E33FC-4B0D-6860-473A-8CCFFAC0FC4E}"/>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868737" y="1151273"/>
            <a:ext cx="400050" cy="561975"/>
          </a:xfrm>
          <a:prstGeom prst="rect">
            <a:avLst/>
          </a:prstGeom>
        </p:spPr>
      </p:pic>
      <p:pic>
        <p:nvPicPr>
          <p:cNvPr id="17" name="Graphic 16">
            <a:extLst>
              <a:ext uri="{FF2B5EF4-FFF2-40B4-BE49-F238E27FC236}">
                <a16:creationId xmlns:a16="http://schemas.microsoft.com/office/drawing/2014/main" id="{00479DA4-D8CC-2175-A9F0-C5DF2EB3FBE6}"/>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3878262" y="2831929"/>
            <a:ext cx="381000" cy="552450"/>
          </a:xfrm>
          <a:prstGeom prst="rect">
            <a:avLst/>
          </a:prstGeom>
        </p:spPr>
      </p:pic>
      <p:pic>
        <p:nvPicPr>
          <p:cNvPr id="18" name="Graphic 17">
            <a:extLst>
              <a:ext uri="{FF2B5EF4-FFF2-40B4-BE49-F238E27FC236}">
                <a16:creationId xmlns:a16="http://schemas.microsoft.com/office/drawing/2014/main" id="{BEE50241-D5E0-EECC-BB90-9ED209AA932E}"/>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3868737" y="4561359"/>
            <a:ext cx="400050" cy="542925"/>
          </a:xfrm>
          <a:prstGeom prst="rect">
            <a:avLst/>
          </a:prstGeom>
        </p:spPr>
      </p:pic>
    </p:spTree>
    <p:extLst>
      <p:ext uri="{BB962C8B-B14F-4D97-AF65-F5344CB8AC3E}">
        <p14:creationId xmlns:p14="http://schemas.microsoft.com/office/powerpoint/2010/main" val="5331430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Thank You on White">
    <p:bg>
      <p:bgRef idx="1001">
        <a:schemeClr val="bg1"/>
      </p:bgRef>
    </p:bg>
    <p:spTree>
      <p:nvGrpSpPr>
        <p:cNvPr id="1" name=""/>
        <p:cNvGrpSpPr/>
        <p:nvPr/>
      </p:nvGrpSpPr>
      <p:grpSpPr>
        <a:xfrm>
          <a:off x="0" y="0"/>
          <a:ext cx="0" cy="0"/>
          <a:chOff x="0" y="0"/>
          <a:chExt cx="0" cy="0"/>
        </a:xfrm>
      </p:grpSpPr>
      <p:sp>
        <p:nvSpPr>
          <p:cNvPr id="2" name="TextBox">
            <a:extLst>
              <a:ext uri="{FF2B5EF4-FFF2-40B4-BE49-F238E27FC236}">
                <a16:creationId xmlns:a16="http://schemas.microsoft.com/office/drawing/2014/main" id="{B1B0128F-E2FE-CD1B-EEF5-E24B37A4776E}"/>
              </a:ext>
            </a:extLst>
          </p:cNvPr>
          <p:cNvSpPr txBox="1"/>
          <p:nvPr/>
        </p:nvSpPr>
        <p:spPr>
          <a:xfrm>
            <a:off x="457199" y="457200"/>
            <a:ext cx="11274552" cy="1189931"/>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7200"/>
              <a:t>Thank you</a:t>
            </a:r>
          </a:p>
        </p:txBody>
      </p:sp>
      <p:sp>
        <p:nvSpPr>
          <p:cNvPr id="7" name="TextBox">
            <a:extLst>
              <a:ext uri="{FF2B5EF4-FFF2-40B4-BE49-F238E27FC236}">
                <a16:creationId xmlns:a16="http://schemas.microsoft.com/office/drawing/2014/main" id="{F17D66E6-8F25-A49D-9211-42505086AC1C}"/>
              </a:ext>
            </a:extLst>
          </p:cNvPr>
          <p:cNvSpPr txBox="1"/>
          <p:nvPr/>
        </p:nvSpPr>
        <p:spPr>
          <a:xfrm>
            <a:off x="457199" y="4297680"/>
            <a:ext cx="5522976" cy="27432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1000" cap="all" baseline="0">
                <a:solidFill>
                  <a:schemeClr val="accent1"/>
                </a:solidFill>
                <a:latin typeface="+mj-lt"/>
              </a:rPr>
              <a:t>CONTACT US</a:t>
            </a:r>
          </a:p>
        </p:txBody>
      </p:sp>
      <p:sp>
        <p:nvSpPr>
          <p:cNvPr id="9" name="Text Placeholder 1">
            <a:extLst>
              <a:ext uri="{FF2B5EF4-FFF2-40B4-BE49-F238E27FC236}">
                <a16:creationId xmlns:a16="http://schemas.microsoft.com/office/drawing/2014/main" id="{4470B44A-9381-8D3A-61D6-D4CC49A12B9F}"/>
              </a:ext>
            </a:extLst>
          </p:cNvPr>
          <p:cNvSpPr>
            <a:spLocks noGrp="1"/>
          </p:cNvSpPr>
          <p:nvPr>
            <p:ph type="body" sz="quarter" idx="10" hasCustomPrompt="1"/>
          </p:nvPr>
        </p:nvSpPr>
        <p:spPr>
          <a:xfrm>
            <a:off x="457198" y="4572000"/>
            <a:ext cx="5522976" cy="1828800"/>
          </a:xfrm>
        </p:spPr>
        <p:txBody>
          <a:bodyPr/>
          <a:lstStyle>
            <a:lvl1pPr marL="0" indent="0">
              <a:spcBef>
                <a:spcPts val="0"/>
              </a:spcBef>
              <a:buFontTx/>
              <a:buNone/>
              <a:defRPr sz="1800"/>
            </a:lvl1pPr>
            <a:lvl2pPr marL="0" indent="0">
              <a:spcBef>
                <a:spcPts val="0"/>
              </a:spcBef>
              <a:buFontTx/>
              <a:buNone/>
              <a:defRPr sz="1800"/>
            </a:lvl2pPr>
            <a:lvl3pPr marL="0" indent="0">
              <a:spcBef>
                <a:spcPts val="0"/>
              </a:spcBef>
              <a:buFontTx/>
              <a:buNone/>
              <a:defRPr sz="1800"/>
            </a:lvl3pPr>
            <a:lvl4pPr marL="0" indent="0">
              <a:spcBef>
                <a:spcPts val="0"/>
              </a:spcBef>
              <a:buFontTx/>
              <a:buNone/>
              <a:defRPr sz="1800"/>
            </a:lvl4pPr>
            <a:lvl5pPr marL="0" indent="0">
              <a:spcBef>
                <a:spcPts val="0"/>
              </a:spcBef>
              <a:buFontTx/>
              <a:buNone/>
              <a:defRPr sz="1800"/>
            </a:lvl5pPr>
            <a:lvl6pPr marL="0" indent="0">
              <a:spcBef>
                <a:spcPts val="0"/>
              </a:spcBef>
              <a:buFontTx/>
              <a:buNone/>
              <a:defRPr sz="1800"/>
            </a:lvl6pPr>
            <a:lvl7pPr marL="0" indent="0">
              <a:spcBef>
                <a:spcPts val="0"/>
              </a:spcBef>
              <a:buFontTx/>
              <a:buNone/>
              <a:defRPr sz="1800"/>
            </a:lvl7pPr>
            <a:lvl8pPr marL="0" indent="0">
              <a:spcBef>
                <a:spcPts val="0"/>
              </a:spcBef>
              <a:buFontTx/>
              <a:buNone/>
              <a:defRPr sz="1800"/>
            </a:lvl8pPr>
            <a:lvl9pPr marL="0" indent="0">
              <a:spcBef>
                <a:spcPts val="0"/>
              </a:spcBef>
              <a:buFontTx/>
              <a:buNone/>
              <a:defRPr sz="1800"/>
            </a:lvl9pPr>
          </a:lstStyle>
          <a:p>
            <a:pPr lvl="0"/>
            <a:r>
              <a:rPr lang="en-US"/>
              <a:t>[</a:t>
            </a:r>
            <a:r>
              <a:rPr lang="en-US" err="1"/>
              <a:t>Firstname</a:t>
            </a:r>
            <a:r>
              <a:rPr lang="en-US"/>
              <a:t> </a:t>
            </a:r>
            <a:r>
              <a:rPr lang="en-US" err="1"/>
              <a:t>Lastname</a:t>
            </a:r>
            <a:r>
              <a:rPr lang="en-US"/>
              <a:t>]</a:t>
            </a:r>
            <a:br>
              <a:rPr lang="en-US"/>
            </a:br>
            <a:r>
              <a:rPr lang="en-US"/>
              <a:t>[000.000.0000]</a:t>
            </a:r>
            <a:br>
              <a:rPr lang="en-US"/>
            </a:br>
            <a:r>
              <a:rPr lang="en-US"/>
              <a:t>[</a:t>
            </a:r>
            <a:r>
              <a:rPr lang="en-US" err="1"/>
              <a:t>emailaddress@capitolis.com</a:t>
            </a:r>
            <a:r>
              <a:rPr lang="en-US"/>
              <a:t>]</a:t>
            </a:r>
          </a:p>
        </p:txBody>
      </p:sp>
      <p:sp>
        <p:nvSpPr>
          <p:cNvPr id="3" name="TextBox">
            <a:extLst>
              <a:ext uri="{FF2B5EF4-FFF2-40B4-BE49-F238E27FC236}">
                <a16:creationId xmlns:a16="http://schemas.microsoft.com/office/drawing/2014/main" id="{C013CBE5-494D-AA29-4AED-A8BEDBDACBD8}"/>
              </a:ext>
            </a:extLst>
          </p:cNvPr>
          <p:cNvSpPr txBox="1"/>
          <p:nvPr/>
        </p:nvSpPr>
        <p:spPr>
          <a:xfrm>
            <a:off x="457199" y="457200"/>
            <a:ext cx="11274552" cy="1189931"/>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7200"/>
              <a:t>Thank you</a:t>
            </a:r>
          </a:p>
        </p:txBody>
      </p:sp>
      <p:sp>
        <p:nvSpPr>
          <p:cNvPr id="4" name="TextBox">
            <a:extLst>
              <a:ext uri="{FF2B5EF4-FFF2-40B4-BE49-F238E27FC236}">
                <a16:creationId xmlns:a16="http://schemas.microsoft.com/office/drawing/2014/main" id="{8BE53E5C-62A6-22A5-A16A-E4926EE9D649}"/>
              </a:ext>
            </a:extLst>
          </p:cNvPr>
          <p:cNvSpPr txBox="1"/>
          <p:nvPr/>
        </p:nvSpPr>
        <p:spPr>
          <a:xfrm>
            <a:off x="457199" y="4297680"/>
            <a:ext cx="5522976" cy="27432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1000" cap="all" baseline="0">
                <a:solidFill>
                  <a:schemeClr val="accent1"/>
                </a:solidFill>
                <a:latin typeface="+mj-lt"/>
              </a:rPr>
              <a:t>CONTACT US</a:t>
            </a:r>
          </a:p>
        </p:txBody>
      </p:sp>
      <p:sp>
        <p:nvSpPr>
          <p:cNvPr id="5" name="TextBox">
            <a:extLst>
              <a:ext uri="{FF2B5EF4-FFF2-40B4-BE49-F238E27FC236}">
                <a16:creationId xmlns:a16="http://schemas.microsoft.com/office/drawing/2014/main" id="{C5FEFF60-8887-5536-CE94-D04F829BD7DD}"/>
              </a:ext>
            </a:extLst>
          </p:cNvPr>
          <p:cNvSpPr txBox="1"/>
          <p:nvPr/>
        </p:nvSpPr>
        <p:spPr>
          <a:xfrm>
            <a:off x="457199" y="457200"/>
            <a:ext cx="11274552" cy="1189931"/>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7200"/>
              <a:t>Thank you</a:t>
            </a:r>
          </a:p>
        </p:txBody>
      </p:sp>
      <p:sp>
        <p:nvSpPr>
          <p:cNvPr id="6" name="TextBox">
            <a:extLst>
              <a:ext uri="{FF2B5EF4-FFF2-40B4-BE49-F238E27FC236}">
                <a16:creationId xmlns:a16="http://schemas.microsoft.com/office/drawing/2014/main" id="{B6D3A531-F590-FB66-1E8D-31A3F17AA58D}"/>
              </a:ext>
            </a:extLst>
          </p:cNvPr>
          <p:cNvSpPr txBox="1"/>
          <p:nvPr/>
        </p:nvSpPr>
        <p:spPr>
          <a:xfrm>
            <a:off x="457199" y="4297680"/>
            <a:ext cx="5522976" cy="27432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1000" cap="all" baseline="0">
                <a:solidFill>
                  <a:schemeClr val="accent1"/>
                </a:solidFill>
                <a:latin typeface="+mj-lt"/>
              </a:rPr>
              <a:t>CONTACT US</a:t>
            </a:r>
          </a:p>
        </p:txBody>
      </p:sp>
      <p:sp>
        <p:nvSpPr>
          <p:cNvPr id="8" name="TextBox">
            <a:extLst>
              <a:ext uri="{FF2B5EF4-FFF2-40B4-BE49-F238E27FC236}">
                <a16:creationId xmlns:a16="http://schemas.microsoft.com/office/drawing/2014/main" id="{8AB6072B-C8B6-E7BA-13BF-143E31878C2F}"/>
              </a:ext>
            </a:extLst>
          </p:cNvPr>
          <p:cNvSpPr txBox="1"/>
          <p:nvPr userDrawn="1"/>
        </p:nvSpPr>
        <p:spPr>
          <a:xfrm>
            <a:off x="457199" y="457200"/>
            <a:ext cx="11274552" cy="1189931"/>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7200"/>
              <a:t>Thank you</a:t>
            </a:r>
          </a:p>
        </p:txBody>
      </p:sp>
      <p:sp>
        <p:nvSpPr>
          <p:cNvPr id="10" name="TextBox">
            <a:extLst>
              <a:ext uri="{FF2B5EF4-FFF2-40B4-BE49-F238E27FC236}">
                <a16:creationId xmlns:a16="http://schemas.microsoft.com/office/drawing/2014/main" id="{1E6C9E1F-4DEB-DD49-1431-A6639413AC5E}"/>
              </a:ext>
            </a:extLst>
          </p:cNvPr>
          <p:cNvSpPr txBox="1"/>
          <p:nvPr userDrawn="1"/>
        </p:nvSpPr>
        <p:spPr>
          <a:xfrm>
            <a:off x="457199" y="4297680"/>
            <a:ext cx="5522976" cy="27432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1000" cap="all" baseline="0">
                <a:solidFill>
                  <a:schemeClr val="accent1"/>
                </a:solidFill>
                <a:latin typeface="+mj-lt"/>
              </a:rPr>
              <a:t>CONTACT US</a:t>
            </a:r>
          </a:p>
        </p:txBody>
      </p:sp>
    </p:spTree>
    <p:extLst>
      <p:ext uri="{BB962C8B-B14F-4D97-AF65-F5344CB8AC3E}">
        <p14:creationId xmlns:p14="http://schemas.microsoft.com/office/powerpoint/2010/main" val="198992571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1" pos="1354" userDrawn="1">
          <p15:clr>
            <a:srgbClr val="A4A3A4"/>
          </p15:clr>
        </p15:guide>
        <p15:guide id="12" pos="1498" userDrawn="1">
          <p15:clr>
            <a:srgbClr val="A4A3A4"/>
          </p15:clr>
        </p15:guide>
        <p15:guide id="13" pos="2702" userDrawn="1">
          <p15:clr>
            <a:srgbClr val="A4A3A4"/>
          </p15:clr>
        </p15:guide>
        <p15:guide id="14" pos="2558" userDrawn="1">
          <p15:clr>
            <a:srgbClr val="A4A3A4"/>
          </p15:clr>
        </p15:guide>
        <p15:guide id="15" pos="3768" userDrawn="1">
          <p15:clr>
            <a:srgbClr val="A4A3A4"/>
          </p15:clr>
        </p15:guide>
        <p15:guide id="16" pos="3908" userDrawn="1">
          <p15:clr>
            <a:srgbClr val="A4A3A4"/>
          </p15:clr>
        </p15:guide>
        <p15:guide id="17" pos="4978" userDrawn="1">
          <p15:clr>
            <a:srgbClr val="A4A3A4"/>
          </p15:clr>
        </p15:guide>
        <p15:guide id="18" pos="5122" userDrawn="1">
          <p15:clr>
            <a:srgbClr val="A4A3A4"/>
          </p15:clr>
        </p15:guide>
        <p15:guide id="19" pos="6182" userDrawn="1">
          <p15:clr>
            <a:srgbClr val="A4A3A4"/>
          </p15:clr>
        </p15:guide>
        <p15:guide id="20" pos="6326" userDrawn="1">
          <p15:clr>
            <a:srgbClr val="A4A3A4"/>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Disclaimer on White">
    <p:bg>
      <p:bgRef idx="1001">
        <a:schemeClr val="bg1"/>
      </p:bgRef>
    </p:bg>
    <p:spTree>
      <p:nvGrpSpPr>
        <p:cNvPr id="1" name=""/>
        <p:cNvGrpSpPr/>
        <p:nvPr/>
      </p:nvGrpSpPr>
      <p:grpSpPr>
        <a:xfrm>
          <a:off x="0" y="0"/>
          <a:ext cx="0" cy="0"/>
          <a:chOff x="0" y="0"/>
          <a:chExt cx="0" cy="0"/>
        </a:xfrm>
      </p:grpSpPr>
      <p:cxnSp>
        <p:nvCxnSpPr>
          <p:cNvPr id="6" name="Line">
            <a:extLst>
              <a:ext uri="{FF2B5EF4-FFF2-40B4-BE49-F238E27FC236}">
                <a16:creationId xmlns:a16="http://schemas.microsoft.com/office/drawing/2014/main" id="{63E9B870-FC0F-83E2-B2C7-756CCE767875}"/>
              </a:ext>
              <a:ext uri="{C183D7F6-B498-43B3-948B-1728B52AA6E4}">
                <adec:decorative xmlns:adec="http://schemas.microsoft.com/office/drawing/2017/decorative" val="1"/>
              </a:ext>
            </a:extLst>
          </p:cNvPr>
          <p:cNvCxnSpPr>
            <a:cxnSpLocks/>
          </p:cNvCxnSpPr>
          <p:nvPr/>
        </p:nvCxnSpPr>
        <p:spPr bwMode="auto">
          <a:xfrm>
            <a:off x="457200" y="457200"/>
            <a:ext cx="11274552" cy="0"/>
          </a:xfrm>
          <a:prstGeom prst="line">
            <a:avLst/>
          </a:prstGeom>
          <a:ln w="12700" cap="flat">
            <a:miter lim="800000"/>
          </a:ln>
        </p:spPr>
        <p:style>
          <a:lnRef idx="1">
            <a:schemeClr val="accent1"/>
          </a:lnRef>
          <a:fillRef idx="0">
            <a:schemeClr val="accent1"/>
          </a:fillRef>
          <a:effectRef idx="0">
            <a:srgbClr val="000000"/>
          </a:effectRef>
          <a:fontRef idx="minor">
            <a:schemeClr val="tx1"/>
          </a:fontRef>
        </p:style>
      </p:cxnSp>
      <p:cxnSp>
        <p:nvCxnSpPr>
          <p:cNvPr id="2" name="Line">
            <a:extLst>
              <a:ext uri="{FF2B5EF4-FFF2-40B4-BE49-F238E27FC236}">
                <a16:creationId xmlns:a16="http://schemas.microsoft.com/office/drawing/2014/main" id="{6319BA65-B28B-A912-1C12-8D5802F50557}"/>
              </a:ext>
              <a:ext uri="{C183D7F6-B498-43B3-948B-1728B52AA6E4}">
                <adec:decorative xmlns:adec="http://schemas.microsoft.com/office/drawing/2017/decorative" val="1"/>
              </a:ext>
            </a:extLst>
          </p:cNvPr>
          <p:cNvCxnSpPr>
            <a:cxnSpLocks/>
          </p:cNvCxnSpPr>
          <p:nvPr/>
        </p:nvCxnSpPr>
        <p:spPr bwMode="auto">
          <a:xfrm>
            <a:off x="457200" y="457200"/>
            <a:ext cx="11274552" cy="0"/>
          </a:xfrm>
          <a:prstGeom prst="line">
            <a:avLst/>
          </a:prstGeom>
          <a:ln w="12700" cap="flat">
            <a:miter lim="800000"/>
          </a:ln>
        </p:spPr>
        <p:style>
          <a:lnRef idx="1">
            <a:schemeClr val="accent1"/>
          </a:lnRef>
          <a:fillRef idx="0">
            <a:schemeClr val="accent1"/>
          </a:fillRef>
          <a:effectRef idx="0">
            <a:srgbClr val="000000"/>
          </a:effectRef>
          <a:fontRef idx="minor">
            <a:schemeClr val="tx1"/>
          </a:fontRef>
        </p:style>
      </p:cxnSp>
      <p:cxnSp>
        <p:nvCxnSpPr>
          <p:cNvPr id="4" name="Line">
            <a:extLst>
              <a:ext uri="{FF2B5EF4-FFF2-40B4-BE49-F238E27FC236}">
                <a16:creationId xmlns:a16="http://schemas.microsoft.com/office/drawing/2014/main" id="{61305F1B-3A78-0F64-FD93-14E57D4BF740}"/>
              </a:ext>
              <a:ext uri="{C183D7F6-B498-43B3-948B-1728B52AA6E4}">
                <adec:decorative xmlns:adec="http://schemas.microsoft.com/office/drawing/2017/decorative" val="1"/>
              </a:ext>
            </a:extLst>
          </p:cNvPr>
          <p:cNvCxnSpPr>
            <a:cxnSpLocks/>
          </p:cNvCxnSpPr>
          <p:nvPr/>
        </p:nvCxnSpPr>
        <p:spPr bwMode="auto">
          <a:xfrm>
            <a:off x="457200" y="457200"/>
            <a:ext cx="11274552" cy="0"/>
          </a:xfrm>
          <a:prstGeom prst="line">
            <a:avLst/>
          </a:prstGeom>
          <a:ln w="12700" cap="flat">
            <a:miter lim="800000"/>
          </a:ln>
        </p:spPr>
        <p:style>
          <a:lnRef idx="1">
            <a:schemeClr val="accent1"/>
          </a:lnRef>
          <a:fillRef idx="0">
            <a:schemeClr val="accent1"/>
          </a:fillRef>
          <a:effectRef idx="0">
            <a:srgbClr val="000000"/>
          </a:effectRef>
          <a:fontRef idx="minor">
            <a:schemeClr val="tx1"/>
          </a:fontRef>
        </p:style>
      </p:cxnSp>
      <p:cxnSp>
        <p:nvCxnSpPr>
          <p:cNvPr id="9" name="Line">
            <a:extLst>
              <a:ext uri="{FF2B5EF4-FFF2-40B4-BE49-F238E27FC236}">
                <a16:creationId xmlns:a16="http://schemas.microsoft.com/office/drawing/2014/main" id="{E89CAF37-6944-A8E6-A27E-A3A3A78DE207}"/>
              </a:ext>
              <a:ext uri="{C183D7F6-B498-43B3-948B-1728B52AA6E4}">
                <adec:decorative xmlns:adec="http://schemas.microsoft.com/office/drawing/2017/decorative" val="1"/>
              </a:ext>
            </a:extLst>
          </p:cNvPr>
          <p:cNvCxnSpPr>
            <a:cxnSpLocks/>
          </p:cNvCxnSpPr>
          <p:nvPr userDrawn="1"/>
        </p:nvCxnSpPr>
        <p:spPr bwMode="auto">
          <a:xfrm>
            <a:off x="457200" y="457200"/>
            <a:ext cx="11274552" cy="0"/>
          </a:xfrm>
          <a:prstGeom prst="line">
            <a:avLst/>
          </a:prstGeom>
          <a:ln w="12700" cap="flat">
            <a:miter lim="800000"/>
          </a:ln>
        </p:spPr>
        <p:style>
          <a:lnRef idx="1">
            <a:schemeClr val="accent1"/>
          </a:lnRef>
          <a:fillRef idx="0">
            <a:schemeClr val="accent1"/>
          </a:fillRef>
          <a:effectRef idx="0">
            <a:srgbClr val="000000"/>
          </a:effectRef>
          <a:fontRef idx="minor">
            <a:schemeClr val="tx1"/>
          </a:fontRef>
        </p:style>
      </p:cxnSp>
      <p:sp>
        <p:nvSpPr>
          <p:cNvPr id="8" name="TextBox">
            <a:extLst>
              <a:ext uri="{FF2B5EF4-FFF2-40B4-BE49-F238E27FC236}">
                <a16:creationId xmlns:a16="http://schemas.microsoft.com/office/drawing/2014/main" id="{778FF06F-48BC-9305-70AA-C280CD2CAE7A}"/>
              </a:ext>
            </a:extLst>
          </p:cNvPr>
          <p:cNvSpPr txBox="1"/>
          <p:nvPr userDrawn="1"/>
        </p:nvSpPr>
        <p:spPr>
          <a:xfrm>
            <a:off x="457200" y="548640"/>
            <a:ext cx="5522976" cy="274320"/>
          </a:xfrm>
          <a:prstGeom prst="rect">
            <a:avLst/>
          </a:prstGeom>
          <a:noFill/>
        </p:spPr>
        <p:txBody>
          <a:bodyPr wrap="square" lIns="0" tIns="0" rIns="0" bIns="0" rtlCol="0">
            <a:noAutofit/>
          </a:bodyPr>
          <a:lstStyle/>
          <a:p>
            <a:pPr marL="0" indent="0">
              <a:lnSpc>
                <a:spcPct val="100000"/>
              </a:lnSpc>
              <a:spcBef>
                <a:spcPts val="0"/>
              </a:spcBef>
              <a:buSzPct val="100000"/>
              <a:buFontTx/>
              <a:buNone/>
            </a:pPr>
            <a:r>
              <a:rPr lang="en-US" sz="1000" cap="all" baseline="0">
                <a:solidFill>
                  <a:schemeClr val="accent1"/>
                </a:solidFill>
                <a:latin typeface="+mj-lt"/>
              </a:rPr>
              <a:t>General DISCLOSURE STATEMENT AND DISCLAIMER</a:t>
            </a:r>
          </a:p>
        </p:txBody>
      </p:sp>
      <p:sp>
        <p:nvSpPr>
          <p:cNvPr id="3" name="TextBox">
            <a:extLst>
              <a:ext uri="{FF2B5EF4-FFF2-40B4-BE49-F238E27FC236}">
                <a16:creationId xmlns:a16="http://schemas.microsoft.com/office/drawing/2014/main" id="{CABE4D89-F910-71F4-74EE-A836E492DA35}"/>
              </a:ext>
            </a:extLst>
          </p:cNvPr>
          <p:cNvSpPr txBox="1"/>
          <p:nvPr userDrawn="1"/>
        </p:nvSpPr>
        <p:spPr>
          <a:xfrm>
            <a:off x="458724" y="822960"/>
            <a:ext cx="11274552" cy="3511486"/>
          </a:xfrm>
          <a:prstGeom prst="rect">
            <a:avLst/>
          </a:prstGeom>
          <a:noFill/>
        </p:spPr>
        <p:txBody>
          <a:bodyPr wrap="square" lIns="0" tIns="0" rIns="0" bIns="0"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indent="0" algn="l" defTabSz="914400" rtl="0" eaLnBrk="1" latinLnBrk="0" hangingPunct="1">
              <a:lnSpc>
                <a:spcPct val="100000"/>
              </a:lnSpc>
              <a:spcBef>
                <a:spcPts val="1200"/>
              </a:spcBef>
              <a:spcAft>
                <a:spcPts val="0"/>
              </a:spcAft>
              <a:buSzPct val="100000"/>
              <a:buFontTx/>
              <a:buNone/>
            </a:pPr>
            <a:r>
              <a:rPr lang="en-US" sz="800" kern="1200" cap="none" baseline="0" dirty="0">
                <a:solidFill>
                  <a:schemeClr val="tx1"/>
                </a:solidFill>
                <a:latin typeface="+mn-lt"/>
                <a:ea typeface="+mn-ea"/>
                <a:cs typeface="+mn-cs"/>
              </a:rPr>
              <a:t>This presentation is for informational purposes only. This presentation is not an offer, solicitation or recommendation to purchase, buy, or otherwise deal in any security, currency, financial instrument or investment.  Neither Capitolis nor any of its affiliates is acting as a financial advisor or fiduciary to any person or entity, is not providing legal, investment, tax, financial, accounting or other advice to you or any other party through this material, and is not recommending any action to you.  You should consult your own attorney, financial advisor, tax advisor or accountant as to legal, financial, tax, accounting and related matters concerning the material and disclosures provided.  Before entering into any transaction or strategy, you should conduct a thorough and independent evaluation of all the terms and risks of the transaction in light of your particular circumstances and the nature and extent of your exposure to, and willingness to incur, risk, and make your own independent financial and investment decisions.</a:t>
            </a:r>
          </a:p>
          <a:p>
            <a:pPr marL="0" marR="0" indent="0" algn="l" defTabSz="914400" rtl="0" eaLnBrk="1" latinLnBrk="0" hangingPunct="1">
              <a:lnSpc>
                <a:spcPct val="100000"/>
              </a:lnSpc>
              <a:spcBef>
                <a:spcPts val="1200"/>
              </a:spcBef>
              <a:spcAft>
                <a:spcPts val="0"/>
              </a:spcAft>
              <a:buSzPct val="100000"/>
              <a:buFontTx/>
              <a:buNone/>
            </a:pPr>
            <a:r>
              <a:rPr lang="en-US" sz="800" kern="1200" cap="none" baseline="0" dirty="0">
                <a:solidFill>
                  <a:schemeClr val="tx1"/>
                </a:solidFill>
                <a:latin typeface="+mn-lt"/>
                <a:ea typeface="+mn-ea"/>
                <a:cs typeface="+mn-cs"/>
              </a:rPr>
              <a:t>The material contained herein is provided on a confidential basis and may not be reproduced, redistributed or transmitted, in whole or in part, without Capitolis’ written consent.  Any unauthorized use is strictly prohibited.  You are required to maintain the confidentiality of this presentation pursuant to the executed Non-Disclosure Agreement by which this material is covered. You agree not to use or to disclose to any person any information contained herein, the fact that discussions are taking place or have taken place concerning a possible business initiative involving Capitolis, or any of the terms, conditions, or other facts with respect to any such possible business initiative.  </a:t>
            </a:r>
          </a:p>
          <a:p>
            <a:pPr marL="0" marR="0" indent="0" algn="l" defTabSz="914400" rtl="0" eaLnBrk="1" latinLnBrk="0" hangingPunct="1">
              <a:lnSpc>
                <a:spcPct val="100000"/>
              </a:lnSpc>
              <a:spcBef>
                <a:spcPts val="1200"/>
              </a:spcBef>
              <a:spcAft>
                <a:spcPts val="0"/>
              </a:spcAft>
              <a:buSzPct val="100000"/>
              <a:buFontTx/>
              <a:buNone/>
            </a:pPr>
            <a:r>
              <a:rPr lang="en-US" sz="800" kern="1200" cap="none" baseline="0" dirty="0">
                <a:solidFill>
                  <a:schemeClr val="tx1"/>
                </a:solidFill>
                <a:latin typeface="+mn-lt"/>
                <a:ea typeface="+mn-ea"/>
                <a:cs typeface="+mn-cs"/>
              </a:rPr>
              <a:t>These slides are in presentation format, limited in scope and not meant to provide comprehensive descriptions of the topics mentioned herein.  The materials contained in this presentation are not to be viewed as facts or relied upon as an accurate representation of future events.  Note that past performance is not indicative of future results.  Any pricing information, projections, valuations or estimates provided are indicative only and not intended as a recommendation or an offer or solicitation for the purchase or sale of any security or financial instrument, or to enter into a transaction involving any financial instrument or trading strategy, or as an official confirmation or official valuation of any transaction mentioned in the materials.  Any such pricing, projections, valuations or estimates are indicative and were created as of a specific time and market condition and do not represent the actual terms at which new transactions could be entered into. The terms of any transaction that may be entered into will continue to be documented in a post-trade written confirmation or other agreement evidencing the transaction.</a:t>
            </a:r>
          </a:p>
          <a:p>
            <a:pPr marL="0" marR="0" indent="0" algn="l" defTabSz="914400" rtl="0" eaLnBrk="1" latinLnBrk="0" hangingPunct="1">
              <a:lnSpc>
                <a:spcPct val="100000"/>
              </a:lnSpc>
              <a:spcBef>
                <a:spcPts val="1200"/>
              </a:spcBef>
              <a:spcAft>
                <a:spcPts val="0"/>
              </a:spcAft>
              <a:buSzPct val="100000"/>
              <a:buFontTx/>
              <a:buNone/>
            </a:pPr>
            <a:r>
              <a:rPr lang="en-US" sz="800" kern="1200" cap="none" baseline="0" dirty="0">
                <a:solidFill>
                  <a:schemeClr val="tx1"/>
                </a:solidFill>
                <a:latin typeface="+mn-lt"/>
                <a:ea typeface="+mn-ea"/>
                <a:cs typeface="+mn-cs"/>
              </a:rPr>
              <a:t>Neither Capitolis nor any of its affiliates make any representation or warranty, express or implied, as to the accuracy or completeness of any information, models or estimates contained herein.  Capitolis expressly disclaims any responsibility for the accuracy of information provided herein, including for any errors or omissions or uses to which such information may be put.  Capitolis reserves the right to supplement, amend or replace these slides at any time without obligation to provide the recipient with any supplemental, amended, replacement or additional information. </a:t>
            </a:r>
          </a:p>
          <a:p>
            <a:pPr marL="0" marR="0" indent="0" algn="l" defTabSz="914400" rtl="0" eaLnBrk="1" latinLnBrk="0" hangingPunct="1">
              <a:lnSpc>
                <a:spcPct val="100000"/>
              </a:lnSpc>
              <a:spcBef>
                <a:spcPts val="1200"/>
              </a:spcBef>
              <a:spcAft>
                <a:spcPts val="0"/>
              </a:spcAft>
              <a:buSzPct val="100000"/>
              <a:buFontTx/>
              <a:buNone/>
            </a:pPr>
            <a:r>
              <a:rPr lang="en-US" sz="800" kern="1200" cap="none" baseline="0" dirty="0">
                <a:solidFill>
                  <a:schemeClr val="tx1"/>
                </a:solidFill>
                <a:latin typeface="+mn-lt"/>
                <a:ea typeface="+mn-ea"/>
                <a:cs typeface="+mn-cs"/>
              </a:rPr>
              <a:t>All information contained in this presentation is intended solely for your own informational use, and you are not permitted to reproduce, retransmit, disseminate, sell, license, distribute, republish, broadcast, post, circulate or commercially exploit the information in any manner or media without the express written consent of Capitolis. Everything described herein is subject to change without notice. Certain information contained in this presentation may constitute forward looking statements. Such statements are inherently subject to a variety of risks and uncertainties that could cause actual results or events to differ materially from those results or events predicted or anticipated by these statements, including any results described herein. Accordingly, you should not rely on these statements.</a:t>
            </a:r>
          </a:p>
          <a:p>
            <a:pPr marL="0" marR="0" indent="0" algn="l" defTabSz="914400" rtl="0" eaLnBrk="1" latinLnBrk="0" hangingPunct="1">
              <a:lnSpc>
                <a:spcPct val="100000"/>
              </a:lnSpc>
              <a:spcBef>
                <a:spcPts val="1200"/>
              </a:spcBef>
              <a:spcAft>
                <a:spcPts val="0"/>
              </a:spcAft>
              <a:buSzPct val="100000"/>
              <a:buFontTx/>
              <a:buNone/>
            </a:pPr>
            <a:r>
              <a:rPr lang="en-US" sz="800" b="1" kern="1200" cap="none" baseline="0" dirty="0">
                <a:solidFill>
                  <a:schemeClr val="tx1"/>
                </a:solidFill>
                <a:latin typeface="+mn-lt"/>
                <a:ea typeface="+mn-ea"/>
                <a:cs typeface="+mn-cs"/>
              </a:rPr>
              <a:t>For UK Recipients</a:t>
            </a:r>
          </a:p>
          <a:p>
            <a:pPr marL="0" marR="0" indent="0" algn="l" defTabSz="914400" rtl="0" eaLnBrk="1" latinLnBrk="0" hangingPunct="1">
              <a:lnSpc>
                <a:spcPct val="100000"/>
              </a:lnSpc>
              <a:spcBef>
                <a:spcPts val="1200"/>
              </a:spcBef>
              <a:spcAft>
                <a:spcPts val="0"/>
              </a:spcAft>
              <a:buSzPct val="100000"/>
              <a:buFontTx/>
              <a:buNone/>
            </a:pPr>
            <a:r>
              <a:rPr lang="en-US" sz="800" kern="1200" cap="none" baseline="0" dirty="0">
                <a:solidFill>
                  <a:schemeClr val="tx1"/>
                </a:solidFill>
                <a:latin typeface="+mn-lt"/>
                <a:ea typeface="+mn-ea"/>
                <a:cs typeface="+mn-cs"/>
              </a:rPr>
              <a:t>In the United Kingdom, this communication is prepared and issued by Capitolis UK Limited which is </a:t>
            </a:r>
            <a:r>
              <a:rPr lang="en-US" sz="800" kern="1200" cap="none" baseline="0" dirty="0" err="1">
                <a:solidFill>
                  <a:schemeClr val="tx1"/>
                </a:solidFill>
                <a:latin typeface="+mn-lt"/>
                <a:ea typeface="+mn-ea"/>
                <a:cs typeface="+mn-cs"/>
              </a:rPr>
              <a:t>authorised</a:t>
            </a:r>
            <a:r>
              <a:rPr lang="en-US" sz="800" kern="1200" cap="none" baseline="0" dirty="0">
                <a:solidFill>
                  <a:schemeClr val="tx1"/>
                </a:solidFill>
                <a:latin typeface="+mn-lt"/>
                <a:ea typeface="+mn-ea"/>
                <a:cs typeface="+mn-cs"/>
              </a:rPr>
              <a:t> and regulated by the Financial Conduct Authority (FRN: 1030531).</a:t>
            </a:r>
          </a:p>
          <a:p>
            <a:pPr marL="0" marR="0" indent="0" algn="l" defTabSz="914400" rtl="0" eaLnBrk="1" latinLnBrk="0" hangingPunct="1">
              <a:lnSpc>
                <a:spcPct val="100000"/>
              </a:lnSpc>
              <a:spcBef>
                <a:spcPts val="1200"/>
              </a:spcBef>
              <a:spcAft>
                <a:spcPts val="0"/>
              </a:spcAft>
              <a:buSzPct val="100000"/>
              <a:buFontTx/>
              <a:buNone/>
            </a:pPr>
            <a:r>
              <a:rPr lang="en-US" sz="800" kern="1200" cap="none" baseline="0" dirty="0">
                <a:solidFill>
                  <a:schemeClr val="tx1"/>
                </a:solidFill>
                <a:latin typeface="+mn-lt"/>
                <a:ea typeface="+mn-ea"/>
                <a:cs typeface="+mn-cs"/>
              </a:rPr>
              <a:t>This communication is for informational purposes only and does not constitute an offer, invitation or recommendation to buy, sell, subscribe for or issue any securities. The material is based on information that we consider correct and any estimates, opinions, conclusions or recommendations contained in this communication are reasonably held or made at the time of compilation. However, no warranty is made as to the accuracy or reliability of any estimates, opinions, conclusions or recommendations. It should not be construed as investment, legal, or tax advice and may not be reproduced or distributed to any person.</a:t>
            </a:r>
          </a:p>
          <a:p>
            <a:pPr marL="0" marR="0" indent="0" algn="l" defTabSz="914400" rtl="0" eaLnBrk="1" latinLnBrk="0" hangingPunct="1">
              <a:lnSpc>
                <a:spcPct val="100000"/>
              </a:lnSpc>
              <a:spcBef>
                <a:spcPts val="1200"/>
              </a:spcBef>
              <a:spcAft>
                <a:spcPts val="0"/>
              </a:spcAft>
              <a:buSzPct val="100000"/>
              <a:buFontTx/>
              <a:buNone/>
            </a:pPr>
            <a:r>
              <a:rPr lang="en-US" sz="800" kern="1200" cap="none" baseline="0" dirty="0">
                <a:solidFill>
                  <a:schemeClr val="tx1"/>
                </a:solidFill>
                <a:latin typeface="+mn-lt"/>
                <a:ea typeface="+mn-ea"/>
                <a:cs typeface="+mn-cs"/>
              </a:rPr>
              <a:t>All information provided is not warranted as to completeness or accuracy and is subject to change without notice. This communication is directed only at persons who are Professional Clients or Eligible Counterparties for the purposes of the FCA Rules. Other persons should not act or rely on it. This communication is not intended for use by any person or entity in any jurisdiction or country where such distribution or use would be contrary to local law or regulation.</a:t>
            </a:r>
          </a:p>
          <a:p>
            <a:pPr marL="0" marR="0" indent="0" algn="l" defTabSz="914400" rtl="0" eaLnBrk="1" latinLnBrk="0" hangingPunct="1">
              <a:lnSpc>
                <a:spcPct val="100000"/>
              </a:lnSpc>
              <a:spcBef>
                <a:spcPts val="1200"/>
              </a:spcBef>
              <a:spcAft>
                <a:spcPts val="0"/>
              </a:spcAft>
              <a:buSzPct val="100000"/>
              <a:buFontTx/>
              <a:buNone/>
            </a:pPr>
            <a:endParaRPr lang="en-US" sz="800" b="1" kern="1200" cap="none" baseline="0" dirty="0">
              <a:solidFill>
                <a:schemeClr val="tx1"/>
              </a:solidFill>
              <a:latin typeface="+mn-lt"/>
              <a:ea typeface="+mn-ea"/>
              <a:cs typeface="+mn-cs"/>
            </a:endParaRPr>
          </a:p>
        </p:txBody>
      </p:sp>
    </p:spTree>
    <p:extLst>
      <p:ext uri="{BB962C8B-B14F-4D97-AF65-F5344CB8AC3E}">
        <p14:creationId xmlns:p14="http://schemas.microsoft.com/office/powerpoint/2010/main" val="228491220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1" pos="1354" userDrawn="1">
          <p15:clr>
            <a:srgbClr val="A4A3A4"/>
          </p15:clr>
        </p15:guide>
        <p15:guide id="12" pos="1498" userDrawn="1">
          <p15:clr>
            <a:srgbClr val="A4A3A4"/>
          </p15:clr>
        </p15:guide>
        <p15:guide id="13" pos="2702" userDrawn="1">
          <p15:clr>
            <a:srgbClr val="A4A3A4"/>
          </p15:clr>
        </p15:guide>
        <p15:guide id="14" pos="2558" userDrawn="1">
          <p15:clr>
            <a:srgbClr val="A4A3A4"/>
          </p15:clr>
        </p15:guide>
        <p15:guide id="15" pos="3768" userDrawn="1">
          <p15:clr>
            <a:srgbClr val="A4A3A4"/>
          </p15:clr>
        </p15:guide>
        <p15:guide id="16" pos="3908" userDrawn="1">
          <p15:clr>
            <a:srgbClr val="A4A3A4"/>
          </p15:clr>
        </p15:guide>
        <p15:guide id="17" pos="4978" userDrawn="1">
          <p15:clr>
            <a:srgbClr val="A4A3A4"/>
          </p15:clr>
        </p15:guide>
        <p15:guide id="18" pos="5122" userDrawn="1">
          <p15:clr>
            <a:srgbClr val="A4A3A4"/>
          </p15:clr>
        </p15:guide>
        <p15:guide id="19" pos="6182" userDrawn="1">
          <p15:clr>
            <a:srgbClr val="A4A3A4"/>
          </p15:clr>
        </p15:guide>
        <p15:guide id="20" pos="6326" userDrawn="1">
          <p15:clr>
            <a:srgbClr val="A4A3A4"/>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2C0EED7-A370-7137-1436-F98469526BB2}"/>
              </a:ext>
            </a:extLst>
          </p:cNvPr>
          <p:cNvSpPr>
            <a:spLocks noGrp="1"/>
          </p:cNvSpPr>
          <p:nvPr>
            <p:ph type="title"/>
          </p:nvPr>
        </p:nvSpPr>
        <p:spPr>
          <a:xfrm>
            <a:off x="457200" y="457201"/>
            <a:ext cx="11274552" cy="502920"/>
          </a:xfrm>
          <a:prstGeom prst="rect">
            <a:avLst/>
          </a:prstGeom>
        </p:spPr>
        <p:txBody>
          <a:bodyPr vert="horz" lIns="0" tIns="0" rIns="0" bIns="0" rtlCol="0" anchor="t" anchorCtr="0">
            <a:noAutofit/>
          </a:bodyPr>
          <a:lstStyle/>
          <a:p>
            <a:r>
              <a:rPr lang="en-US"/>
              <a:t>[Slide title]</a:t>
            </a:r>
          </a:p>
        </p:txBody>
      </p:sp>
      <p:sp>
        <p:nvSpPr>
          <p:cNvPr id="3" name="Text Placeholder 2">
            <a:extLst>
              <a:ext uri="{FF2B5EF4-FFF2-40B4-BE49-F238E27FC236}">
                <a16:creationId xmlns:a16="http://schemas.microsoft.com/office/drawing/2014/main" id="{856FD498-50EA-381A-EC1D-D3B7824C3755}"/>
              </a:ext>
            </a:extLst>
          </p:cNvPr>
          <p:cNvSpPr>
            <a:spLocks noGrp="1"/>
          </p:cNvSpPr>
          <p:nvPr>
            <p:ph type="body" idx="1"/>
          </p:nvPr>
        </p:nvSpPr>
        <p:spPr>
          <a:xfrm>
            <a:off x="457200" y="1965960"/>
            <a:ext cx="11274552" cy="4434840"/>
          </a:xfrm>
          <a:prstGeom prst="rect">
            <a:avLst/>
          </a:prstGeom>
        </p:spPr>
        <p:txBody>
          <a:bodyPr vert="horz" lIns="0" tIns="0" rIns="0" bIns="0" spcCol="22860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a:extLst>
              <a:ext uri="{FF2B5EF4-FFF2-40B4-BE49-F238E27FC236}">
                <a16:creationId xmlns:a16="http://schemas.microsoft.com/office/drawing/2014/main" id="{707B362F-DBB5-4696-B2FF-7FAD712AEDE3}"/>
              </a:ext>
            </a:extLst>
          </p:cNvPr>
          <p:cNvSpPr txBox="1"/>
          <p:nvPr userDrawn="1"/>
        </p:nvSpPr>
        <p:spPr>
          <a:xfrm>
            <a:off x="457200" y="6492240"/>
            <a:ext cx="5522976" cy="182880"/>
          </a:xfrm>
          <a:prstGeom prst="rect">
            <a:avLst/>
          </a:prstGeom>
          <a:noFill/>
        </p:spPr>
        <p:txBody>
          <a:bodyPr wrap="none" lIns="0" tIns="0" rIns="0" bIns="0" rtlCol="0" anchor="b" anchorCtr="0">
            <a:noAutofit/>
          </a:bodyPr>
          <a:lstStyle/>
          <a:p>
            <a:pPr marL="0" indent="0">
              <a:lnSpc>
                <a:spcPct val="100000"/>
              </a:lnSpc>
              <a:spcBef>
                <a:spcPts val="0"/>
              </a:spcBef>
              <a:buSzPct val="100000"/>
              <a:buFontTx/>
              <a:buNone/>
            </a:pPr>
            <a:r>
              <a:rPr lang="en-US" sz="700" cap="all" baseline="0">
                <a:latin typeface="+mj-lt"/>
              </a:rPr>
              <a:t>CAPITOLIS</a:t>
            </a:r>
            <a:r>
              <a:rPr lang="en-US" sz="700" cap="all" baseline="0">
                <a:latin typeface="+mn-lt"/>
              </a:rPr>
              <a:t>  CONFIDENTIAL AND PROPRIETARY</a:t>
            </a:r>
          </a:p>
        </p:txBody>
      </p:sp>
      <p:sp>
        <p:nvSpPr>
          <p:cNvPr id="7" name="TextBox 6">
            <a:extLst>
              <a:ext uri="{FF2B5EF4-FFF2-40B4-BE49-F238E27FC236}">
                <a16:creationId xmlns:a16="http://schemas.microsoft.com/office/drawing/2014/main" id="{8A883D85-5B03-1060-BB96-C04A31AEADF8}"/>
              </a:ext>
            </a:extLst>
          </p:cNvPr>
          <p:cNvSpPr txBox="1"/>
          <p:nvPr/>
        </p:nvSpPr>
        <p:spPr>
          <a:xfrm>
            <a:off x="11045953" y="6500459"/>
            <a:ext cx="685799" cy="215444"/>
          </a:xfrm>
          <a:prstGeom prst="rect">
            <a:avLst/>
          </a:prstGeom>
          <a:noFill/>
        </p:spPr>
        <p:txBody>
          <a:bodyPr wrap="square" rtlCol="0">
            <a:spAutoFit/>
          </a:bodyPr>
          <a:lstStyle/>
          <a:p>
            <a:pPr algn="r"/>
            <a:fld id="{E7A13D13-B414-444B-8AF0-F26D564580D3}" type="slidenum">
              <a:rPr lang="en-GB" sz="800" b="0" smtClean="0">
                <a:solidFill>
                  <a:schemeClr val="accent2"/>
                </a:solidFill>
              </a:rPr>
              <a:pPr algn="r"/>
              <a:t>‹#›</a:t>
            </a:fld>
            <a:endParaRPr lang="en-GB" sz="800" b="0">
              <a:solidFill>
                <a:schemeClr val="accent2"/>
              </a:solidFill>
            </a:endParaRPr>
          </a:p>
        </p:txBody>
      </p:sp>
      <p:sp>
        <p:nvSpPr>
          <p:cNvPr id="8" name="TextBox 7">
            <a:extLst>
              <a:ext uri="{FF2B5EF4-FFF2-40B4-BE49-F238E27FC236}">
                <a16:creationId xmlns:a16="http://schemas.microsoft.com/office/drawing/2014/main" id="{D96AFAAA-DAF8-74A5-FB35-200DB4A7BB4F}"/>
              </a:ext>
            </a:extLst>
          </p:cNvPr>
          <p:cNvSpPr txBox="1"/>
          <p:nvPr userDrawn="1"/>
        </p:nvSpPr>
        <p:spPr>
          <a:xfrm>
            <a:off x="11045953" y="6500459"/>
            <a:ext cx="685799" cy="215444"/>
          </a:xfrm>
          <a:prstGeom prst="rect">
            <a:avLst/>
          </a:prstGeom>
          <a:noFill/>
        </p:spPr>
        <p:txBody>
          <a:bodyPr wrap="square" rtlCol="0">
            <a:spAutoFit/>
          </a:bodyPr>
          <a:lstStyle/>
          <a:p>
            <a:pPr algn="r"/>
            <a:fld id="{E7A13D13-B414-444B-8AF0-F26D564580D3}" type="slidenum">
              <a:rPr lang="en-GB" sz="800" b="0" smtClean="0">
                <a:solidFill>
                  <a:schemeClr val="accent2"/>
                </a:solidFill>
              </a:rPr>
              <a:pPr algn="r"/>
              <a:t>‹#›</a:t>
            </a:fld>
            <a:endParaRPr lang="en-GB" sz="800" b="0">
              <a:solidFill>
                <a:schemeClr val="accent2"/>
              </a:solidFill>
            </a:endParaRPr>
          </a:p>
        </p:txBody>
      </p:sp>
    </p:spTree>
    <p:extLst>
      <p:ext uri="{BB962C8B-B14F-4D97-AF65-F5344CB8AC3E}">
        <p14:creationId xmlns:p14="http://schemas.microsoft.com/office/powerpoint/2010/main" val="1211027485"/>
      </p:ext>
    </p:extLst>
  </p:cSld>
  <p:clrMap bg1="lt1" tx1="dk1" bg2="lt2" tx2="dk2" accent1="accent1" accent2="accent2" accent3="accent3" accent4="accent4" accent5="accent5" accent6="accent6" hlink="hlink" folHlink="folHlink"/>
  <p:sldLayoutIdLst>
    <p:sldLayoutId id="2147483687" r:id="rId1"/>
    <p:sldLayoutId id="2147483688" r:id="rId2"/>
    <p:sldLayoutId id="2147483690" r:id="rId3"/>
    <p:sldLayoutId id="2147483692" r:id="rId4"/>
    <p:sldLayoutId id="2147483693" r:id="rId5"/>
    <p:sldLayoutId id="2147483694" r:id="rId6"/>
    <p:sldLayoutId id="2147483696" r:id="rId7"/>
    <p:sldLayoutId id="2147483697" r:id="rId8"/>
    <p:sldLayoutId id="2147483698" r:id="rId9"/>
    <p:sldLayoutId id="2147483700" r:id="rId10"/>
    <p:sldLayoutId id="2147483705" r:id="rId11"/>
    <p:sldLayoutId id="2147483706" r:id="rId12"/>
    <p:sldLayoutId id="2147483708" r:id="rId13"/>
    <p:sldLayoutId id="2147483713" r:id="rId14"/>
    <p:sldLayoutId id="2147483714" r:id="rId15"/>
    <p:sldLayoutId id="2147483715" r:id="rId16"/>
    <p:sldLayoutId id="2147483720" r:id="rId17"/>
    <p:sldLayoutId id="2147483719" r:id="rId18"/>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txStyles>
    <p:titleStyle>
      <a:lvl1pPr algn="l" defTabSz="914400" rtl="0" eaLnBrk="1" latinLnBrk="0" hangingPunct="1">
        <a:lnSpc>
          <a:spcPct val="90000"/>
        </a:lnSpc>
        <a:spcBef>
          <a:spcPct val="0"/>
        </a:spcBef>
        <a:buNone/>
        <a:defRPr sz="3200" kern="1200">
          <a:solidFill>
            <a:schemeClr val="tx1"/>
          </a:solidFill>
          <a:latin typeface="+mn-lt"/>
          <a:ea typeface="+mj-ea"/>
          <a:cs typeface="+mj-cs"/>
        </a:defRPr>
      </a:lvl1pPr>
    </p:titleStyle>
    <p:bodyStyle>
      <a:lvl1pPr marL="182880" indent="-182880" algn="l" defTabSz="914400" rtl="0" eaLnBrk="1" latinLnBrk="0" hangingPunct="1">
        <a:lnSpc>
          <a:spcPct val="100000"/>
        </a:lnSpc>
        <a:spcBef>
          <a:spcPts val="900"/>
        </a:spcBef>
        <a:buFont typeface="Franklin Gothic Book" panose="020B0503020102020204" pitchFamily="34" charset="0"/>
        <a:buChar char="•"/>
        <a:defRPr sz="1400" kern="1200">
          <a:solidFill>
            <a:schemeClr val="tx1"/>
          </a:solidFill>
          <a:latin typeface="+mn-lt"/>
          <a:ea typeface="+mn-ea"/>
          <a:cs typeface="+mn-cs"/>
        </a:defRPr>
      </a:lvl1pPr>
      <a:lvl2pPr marL="365760" indent="-182880" algn="l" defTabSz="914400" rtl="0" eaLnBrk="1" latinLnBrk="0" hangingPunct="1">
        <a:lnSpc>
          <a:spcPct val="100000"/>
        </a:lnSpc>
        <a:spcBef>
          <a:spcPts val="300"/>
        </a:spcBef>
        <a:buFont typeface="Franklin Gothic Book" panose="020B0503020102020204" pitchFamily="34" charset="0"/>
        <a:buChar char="—"/>
        <a:defRPr sz="1400" kern="1200">
          <a:solidFill>
            <a:schemeClr val="tx1"/>
          </a:solidFill>
          <a:latin typeface="+mn-lt"/>
          <a:ea typeface="+mn-ea"/>
          <a:cs typeface="+mn-cs"/>
        </a:defRPr>
      </a:lvl2pPr>
      <a:lvl3pPr marL="548640" indent="-182880" algn="l" defTabSz="914400" rtl="0" eaLnBrk="1" latinLnBrk="0" hangingPunct="1">
        <a:lnSpc>
          <a:spcPct val="100000"/>
        </a:lnSpc>
        <a:spcBef>
          <a:spcPts val="300"/>
        </a:spcBef>
        <a:buFont typeface="Franklin Gothic Book" panose="020B0503020102020204" pitchFamily="34" charset="0"/>
        <a:buChar char="—"/>
        <a:defRPr sz="1400" kern="1200">
          <a:solidFill>
            <a:schemeClr val="tx1"/>
          </a:solidFill>
          <a:latin typeface="+mn-lt"/>
          <a:ea typeface="+mn-ea"/>
          <a:cs typeface="+mn-cs"/>
        </a:defRPr>
      </a:lvl3pPr>
      <a:lvl4pPr marL="731520" indent="-182880" algn="l" defTabSz="914400" rtl="0" eaLnBrk="1" latinLnBrk="0" hangingPunct="1">
        <a:lnSpc>
          <a:spcPct val="100000"/>
        </a:lnSpc>
        <a:spcBef>
          <a:spcPts val="300"/>
        </a:spcBef>
        <a:buFont typeface="Franklin Gothic Book" panose="020B0503020102020204" pitchFamily="34" charset="0"/>
        <a:buChar char="—"/>
        <a:defRPr sz="1400" kern="1200">
          <a:solidFill>
            <a:schemeClr val="tx1"/>
          </a:solidFill>
          <a:latin typeface="+mn-lt"/>
          <a:ea typeface="+mn-ea"/>
          <a:cs typeface="+mn-cs"/>
        </a:defRPr>
      </a:lvl4pPr>
      <a:lvl5pPr marL="914400" indent="-182880" algn="l" defTabSz="914400" rtl="0" eaLnBrk="1" latinLnBrk="0" hangingPunct="1">
        <a:lnSpc>
          <a:spcPct val="100000"/>
        </a:lnSpc>
        <a:spcBef>
          <a:spcPts val="300"/>
        </a:spcBef>
        <a:buFont typeface="Franklin Gothic Book" panose="020B0503020102020204" pitchFamily="34" charset="0"/>
        <a:buChar char="—"/>
        <a:defRPr sz="1400" kern="1200">
          <a:solidFill>
            <a:schemeClr val="tx1"/>
          </a:solidFill>
          <a:latin typeface="+mn-lt"/>
          <a:ea typeface="+mn-ea"/>
          <a:cs typeface="+mn-cs"/>
        </a:defRPr>
      </a:lvl5pPr>
      <a:lvl6pPr marL="1097280" indent="-182880" algn="l" defTabSz="914400" rtl="0" eaLnBrk="1" latinLnBrk="0" hangingPunct="1">
        <a:lnSpc>
          <a:spcPct val="100000"/>
        </a:lnSpc>
        <a:spcBef>
          <a:spcPts val="300"/>
        </a:spcBef>
        <a:buFont typeface="Franklin Gothic Book" panose="020B0503020102020204" pitchFamily="34" charset="0"/>
        <a:buChar char="—"/>
        <a:defRPr sz="1200" kern="1200">
          <a:solidFill>
            <a:schemeClr val="tx1"/>
          </a:solidFill>
          <a:latin typeface="+mn-lt"/>
          <a:ea typeface="+mn-ea"/>
          <a:cs typeface="+mn-cs"/>
        </a:defRPr>
      </a:lvl6pPr>
      <a:lvl7pPr marL="1280160" indent="-182880" algn="l" defTabSz="914400" rtl="0" eaLnBrk="1" latinLnBrk="0" hangingPunct="1">
        <a:lnSpc>
          <a:spcPct val="100000"/>
        </a:lnSpc>
        <a:spcBef>
          <a:spcPts val="300"/>
        </a:spcBef>
        <a:buFont typeface="Franklin Gothic Book" panose="020B0503020102020204" pitchFamily="34" charset="0"/>
        <a:buChar char="—"/>
        <a:defRPr sz="1200" kern="1200">
          <a:solidFill>
            <a:schemeClr val="tx1"/>
          </a:solidFill>
          <a:latin typeface="+mn-lt"/>
          <a:ea typeface="+mn-ea"/>
          <a:cs typeface="+mn-cs"/>
        </a:defRPr>
      </a:lvl7pPr>
      <a:lvl8pPr marL="1463040" indent="-182880" algn="l" defTabSz="914400" rtl="0" eaLnBrk="1" latinLnBrk="0" hangingPunct="1">
        <a:lnSpc>
          <a:spcPct val="100000"/>
        </a:lnSpc>
        <a:spcBef>
          <a:spcPts val="300"/>
        </a:spcBef>
        <a:buFont typeface="Franklin Gothic Book" panose="020B0503020102020204" pitchFamily="34" charset="0"/>
        <a:buChar char="—"/>
        <a:defRPr sz="1200" kern="1200">
          <a:solidFill>
            <a:schemeClr val="tx1"/>
          </a:solidFill>
          <a:latin typeface="+mn-lt"/>
          <a:ea typeface="+mn-ea"/>
          <a:cs typeface="+mn-cs"/>
        </a:defRPr>
      </a:lvl8pPr>
      <a:lvl9pPr marL="1645920" indent="-182880" algn="l" defTabSz="914400" rtl="0" eaLnBrk="1" latinLnBrk="0" hangingPunct="1">
        <a:lnSpc>
          <a:spcPct val="100000"/>
        </a:lnSpc>
        <a:spcBef>
          <a:spcPts val="300"/>
        </a:spcBef>
        <a:buFont typeface="Franklin Gothic Book" panose="020B0503020102020204" pitchFamily="34" charset="0"/>
        <a:buChar char="—"/>
        <a:defRPr sz="1200" kern="1200">
          <a:solidFill>
            <a:schemeClr val="tx1"/>
          </a:solidFill>
          <a:latin typeface="+mn-lt"/>
          <a:ea typeface="+mn-ea"/>
          <a:cs typeface="+mn-cs"/>
        </a:defRPr>
      </a:lvl9pPr>
    </p:bodyStyle>
    <p:otherStyle>
      <a:defPPr>
        <a:defRPr lang="en-US"/>
      </a:defPPr>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otherStyle>
  </p:txStyles>
  <p:extLst>
    <p:ext uri="{27BBF7A9-308A-43DC-89C8-2F10F3537804}">
      <p15:sldGuideLst xmlns:p15="http://schemas.microsoft.com/office/powerpoint/2012/main">
        <p15:guide id="6" orient="horz" pos="288" userDrawn="1">
          <p15:clr>
            <a:srgbClr val="F26B43"/>
          </p15:clr>
        </p15:guide>
        <p15:guide id="7" pos="286" userDrawn="1">
          <p15:clr>
            <a:srgbClr val="F26B43"/>
          </p15:clr>
        </p15:guide>
        <p15:guide id="8" orient="horz" pos="1238" userDrawn="1">
          <p15:clr>
            <a:srgbClr val="F26B43"/>
          </p15:clr>
        </p15:guide>
        <p15:guide id="9" orient="horz" pos="4032" userDrawn="1">
          <p15:clr>
            <a:srgbClr val="F26B43"/>
          </p15:clr>
        </p15:guide>
        <p15:guide id="10" pos="7392"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83D07F07-347D-2D02-1BE9-EFF192E0B4AD}"/>
              </a:ext>
            </a:extLst>
          </p:cNvPr>
          <p:cNvSpPr>
            <a:spLocks noGrp="1"/>
          </p:cNvSpPr>
          <p:nvPr>
            <p:ph type="body" sz="quarter" idx="10"/>
          </p:nvPr>
        </p:nvSpPr>
        <p:spPr/>
        <p:txBody>
          <a:bodyPr/>
          <a:lstStyle/>
          <a:p>
            <a:r>
              <a:rPr lang="en-US" dirty="0"/>
              <a:t>August 19, 2026</a:t>
            </a:r>
          </a:p>
        </p:txBody>
      </p:sp>
      <p:sp>
        <p:nvSpPr>
          <p:cNvPr id="2" name="Title 1">
            <a:extLst>
              <a:ext uri="{FF2B5EF4-FFF2-40B4-BE49-F238E27FC236}">
                <a16:creationId xmlns:a16="http://schemas.microsoft.com/office/drawing/2014/main" id="{C51E5D9C-5DD5-4667-81F7-9D5F0B5F3537}"/>
              </a:ext>
            </a:extLst>
          </p:cNvPr>
          <p:cNvSpPr>
            <a:spLocks noGrp="1"/>
          </p:cNvSpPr>
          <p:nvPr>
            <p:ph type="ctrTitle"/>
          </p:nvPr>
        </p:nvSpPr>
        <p:spPr/>
        <p:txBody>
          <a:bodyPr/>
          <a:lstStyle/>
          <a:p>
            <a:r>
              <a:rPr lang="en-US" b="1" dirty="0"/>
              <a:t>Stochastic simulation &amp; derivatives risk engine</a:t>
            </a:r>
          </a:p>
        </p:txBody>
      </p:sp>
      <p:sp>
        <p:nvSpPr>
          <p:cNvPr id="3" name="Subtitle 2">
            <a:extLst>
              <a:ext uri="{FF2B5EF4-FFF2-40B4-BE49-F238E27FC236}">
                <a16:creationId xmlns:a16="http://schemas.microsoft.com/office/drawing/2014/main" id="{6AAD16AA-4F8A-63DC-0F45-EA9431240DED}"/>
              </a:ext>
            </a:extLst>
          </p:cNvPr>
          <p:cNvSpPr>
            <a:spLocks noGrp="1"/>
          </p:cNvSpPr>
          <p:nvPr>
            <p:ph type="subTitle" idx="1"/>
          </p:nvPr>
        </p:nvSpPr>
        <p:spPr/>
        <p:txBody>
          <a:bodyPr/>
          <a:lstStyle/>
          <a:p>
            <a:r>
              <a:rPr lang="en-US" dirty="0"/>
              <a:t>Berkeley Haas MFE Industry Project  |  Kickoff</a:t>
            </a:r>
          </a:p>
        </p:txBody>
      </p:sp>
      <p:sp>
        <p:nvSpPr>
          <p:cNvPr id="5" name="Picture Placeholder 4">
            <a:extLst>
              <a:ext uri="{FF2B5EF4-FFF2-40B4-BE49-F238E27FC236}">
                <a16:creationId xmlns:a16="http://schemas.microsoft.com/office/drawing/2014/main" id="{2EDE7932-628C-7F1C-C794-91A4D56CC3BA}"/>
              </a:ext>
            </a:extLst>
          </p:cNvPr>
          <p:cNvSpPr>
            <a:spLocks noGrp="1"/>
          </p:cNvSpPr>
          <p:nvPr>
            <p:ph type="pic" sz="quarter" idx="11"/>
          </p:nvPr>
        </p:nvSpPr>
        <p:spPr/>
        <p:txBody>
          <a:bodyPr/>
          <a:lstStyle/>
          <a:p>
            <a:endParaRPr lang="en-US"/>
          </a:p>
        </p:txBody>
      </p:sp>
    </p:spTree>
    <p:extLst>
      <p:ext uri="{BB962C8B-B14F-4D97-AF65-F5344CB8AC3E}">
        <p14:creationId xmlns:p14="http://schemas.microsoft.com/office/powerpoint/2010/main" val="39464007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B4B3BD-C8FD-7AD7-E664-503E2D6BA263}"/>
              </a:ext>
            </a:extLst>
          </p:cNvPr>
          <p:cNvSpPr>
            <a:spLocks noGrp="1"/>
          </p:cNvSpPr>
          <p:nvPr>
            <p:ph type="title"/>
          </p:nvPr>
        </p:nvSpPr>
        <p:spPr/>
        <p:txBody>
          <a:bodyPr/>
          <a:lstStyle/>
          <a:p>
            <a:r>
              <a:rPr lang="en-US" b="1" dirty="0"/>
              <a:t>Who is Capitolis</a:t>
            </a:r>
          </a:p>
        </p:txBody>
      </p:sp>
      <p:sp>
        <p:nvSpPr>
          <p:cNvPr id="3" name="Subtitle 2">
            <a:extLst>
              <a:ext uri="{FF2B5EF4-FFF2-40B4-BE49-F238E27FC236}">
                <a16:creationId xmlns:a16="http://schemas.microsoft.com/office/drawing/2014/main" id="{A929CFBA-26D8-DCA6-CC24-83557B083990}"/>
              </a:ext>
            </a:extLst>
          </p:cNvPr>
          <p:cNvSpPr>
            <a:spLocks noGrp="1"/>
          </p:cNvSpPr>
          <p:nvPr>
            <p:ph type="subTitle" idx="13"/>
          </p:nvPr>
        </p:nvSpPr>
        <p:spPr/>
        <p:txBody>
          <a:bodyPr/>
          <a:lstStyle/>
          <a:p>
            <a:r>
              <a:rPr lang="en-US" dirty="0"/>
              <a:t>Creating safer capital markets</a:t>
            </a:r>
          </a:p>
        </p:txBody>
      </p:sp>
      <p:sp>
        <p:nvSpPr>
          <p:cNvPr id="4" name="Content Placeholder 3">
            <a:extLst>
              <a:ext uri="{FF2B5EF4-FFF2-40B4-BE49-F238E27FC236}">
                <a16:creationId xmlns:a16="http://schemas.microsoft.com/office/drawing/2014/main" id="{570BF9D9-5154-B0D6-4E4B-BAF9BF9421EC}"/>
              </a:ext>
            </a:extLst>
          </p:cNvPr>
          <p:cNvSpPr>
            <a:spLocks noGrp="1"/>
          </p:cNvSpPr>
          <p:nvPr>
            <p:ph idx="1"/>
          </p:nvPr>
        </p:nvSpPr>
        <p:spPr>
          <a:xfrm>
            <a:off x="457200" y="1965960"/>
            <a:ext cx="11274552" cy="4434840"/>
          </a:xfrm>
        </p:spPr>
        <p:txBody>
          <a:bodyPr/>
          <a:lstStyle/>
          <a:p>
            <a:pPr marL="0" indent="0">
              <a:spcAft>
                <a:spcPts val="1000"/>
              </a:spcAft>
              <a:buNone/>
            </a:pPr>
            <a:r>
              <a:rPr lang="en-US" sz="1600" b="1" dirty="0">
                <a:solidFill>
                  <a:srgbClr val="FF2EA3"/>
                </a:solidFill>
              </a:rPr>
              <a:t>The challenge</a:t>
            </a:r>
          </a:p>
          <a:p>
            <a:pPr lvl="1">
              <a:spcAft>
                <a:spcPts val="1000"/>
              </a:spcAft>
            </a:pPr>
            <a:r>
              <a:rPr lang="en-US" sz="1600" dirty="0"/>
              <a:t>Financial institutions need to continuously optimize financial resources to serve clients, support growth, and produce shareholder value. </a:t>
            </a:r>
          </a:p>
          <a:p>
            <a:pPr lvl="1">
              <a:spcAft>
                <a:spcPts val="1000"/>
              </a:spcAft>
            </a:pPr>
            <a:r>
              <a:rPr lang="en-US" sz="1600" dirty="0"/>
              <a:t>Increasing regulatory demands on capital and liquidity drive the need for innovative solutions.</a:t>
            </a:r>
          </a:p>
          <a:p>
            <a:pPr marL="0" indent="0">
              <a:spcAft>
                <a:spcPts val="1000"/>
              </a:spcAft>
              <a:buNone/>
            </a:pPr>
            <a:r>
              <a:rPr lang="en-US" sz="1600" b="1" dirty="0">
                <a:solidFill>
                  <a:srgbClr val="FF2EA3"/>
                </a:solidFill>
              </a:rPr>
              <a:t>Two means to address the challenge</a:t>
            </a:r>
          </a:p>
          <a:p>
            <a:pPr lvl="1">
              <a:spcAft>
                <a:spcPts val="1000"/>
              </a:spcAft>
            </a:pPr>
            <a:r>
              <a:rPr lang="en-US" sz="1600" b="1" dirty="0"/>
              <a:t>Capital Marketplace</a:t>
            </a:r>
            <a:r>
              <a:rPr lang="en-US" sz="1600" dirty="0"/>
              <a:t>: Identify and access new pools of capital from institutional investors to support the provision of core financial services by banks in a safe and efficient manner. Capitolis has multiple product offerings including a product that is an SEC-registered broker-dealer and securities-based swap dealer (SBSD) with an OTC derivatives trading desk.</a:t>
            </a:r>
          </a:p>
          <a:p>
            <a:pPr lvl="1">
              <a:spcAft>
                <a:spcPts val="1000"/>
              </a:spcAft>
            </a:pPr>
            <a:r>
              <a:rPr lang="en-US" sz="1600" b="1" dirty="0"/>
              <a:t>Portfolio Optimization</a:t>
            </a:r>
            <a:r>
              <a:rPr lang="en-US" sz="1600" dirty="0"/>
              <a:t>: Optimize the existing portfolio without changing market risk by reducing or novating positions through compression or other optimization exercises with multiple counterparties.</a:t>
            </a:r>
          </a:p>
        </p:txBody>
      </p:sp>
    </p:spTree>
    <p:extLst>
      <p:ext uri="{BB962C8B-B14F-4D97-AF65-F5344CB8AC3E}">
        <p14:creationId xmlns:p14="http://schemas.microsoft.com/office/powerpoint/2010/main" val="4811034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B4B3BD-C8FD-7AD7-E664-503E2D6BA263}"/>
              </a:ext>
            </a:extLst>
          </p:cNvPr>
          <p:cNvSpPr>
            <a:spLocks noGrp="1"/>
          </p:cNvSpPr>
          <p:nvPr>
            <p:ph type="title"/>
          </p:nvPr>
        </p:nvSpPr>
        <p:spPr/>
        <p:txBody>
          <a:bodyPr/>
          <a:lstStyle/>
          <a:p>
            <a:r>
              <a:rPr lang="en-US" b="1" dirty="0"/>
              <a:t>Capital Marketplace and Efficient Swap Financing</a:t>
            </a:r>
          </a:p>
        </p:txBody>
      </p:sp>
      <p:sp>
        <p:nvSpPr>
          <p:cNvPr id="3" name="Subtitle 2">
            <a:extLst>
              <a:ext uri="{FF2B5EF4-FFF2-40B4-BE49-F238E27FC236}">
                <a16:creationId xmlns:a16="http://schemas.microsoft.com/office/drawing/2014/main" id="{A929CFBA-26D8-DCA6-CC24-83557B083990}"/>
              </a:ext>
            </a:extLst>
          </p:cNvPr>
          <p:cNvSpPr>
            <a:spLocks noGrp="1"/>
          </p:cNvSpPr>
          <p:nvPr>
            <p:ph type="subTitle" idx="13"/>
          </p:nvPr>
        </p:nvSpPr>
        <p:spPr/>
        <p:txBody>
          <a:bodyPr/>
          <a:lstStyle/>
          <a:p>
            <a:r>
              <a:rPr lang="en-US" dirty="0"/>
              <a:t>Bringing banks and investors together on a single platform</a:t>
            </a:r>
          </a:p>
        </p:txBody>
      </p:sp>
      <p:sp>
        <p:nvSpPr>
          <p:cNvPr id="4" name="Content Placeholder 3">
            <a:extLst>
              <a:ext uri="{FF2B5EF4-FFF2-40B4-BE49-F238E27FC236}">
                <a16:creationId xmlns:a16="http://schemas.microsoft.com/office/drawing/2014/main" id="{570BF9D9-5154-B0D6-4E4B-BAF9BF9421EC}"/>
              </a:ext>
            </a:extLst>
          </p:cNvPr>
          <p:cNvSpPr>
            <a:spLocks noGrp="1"/>
          </p:cNvSpPr>
          <p:nvPr>
            <p:ph idx="1"/>
          </p:nvPr>
        </p:nvSpPr>
        <p:spPr>
          <a:xfrm>
            <a:off x="457200" y="1965960"/>
            <a:ext cx="11274552" cy="4434840"/>
          </a:xfrm>
        </p:spPr>
        <p:txBody>
          <a:bodyPr/>
          <a:lstStyle/>
          <a:p>
            <a:pPr marL="0" indent="0">
              <a:buNone/>
            </a:pPr>
            <a:r>
              <a:rPr lang="en-US" sz="1600" b="1" dirty="0">
                <a:solidFill>
                  <a:srgbClr val="FF2EA3"/>
                </a:solidFill>
              </a:rPr>
              <a:t>Capital Marketplace</a:t>
            </a:r>
          </a:p>
          <a:p>
            <a:r>
              <a:rPr lang="en-US" sz="1600" dirty="0"/>
              <a:t>Live with 18 bank clients, 70+ investors, and $35.4B in assets on platform. Products span Efficient Swap Financing (ESF), Unsecured Bond Borrow, Securities Financing Platform, and Counterparty Risk Financing.</a:t>
            </a:r>
          </a:p>
          <a:p>
            <a:endParaRPr lang="en-US" sz="1600" dirty="0"/>
          </a:p>
          <a:p>
            <a:pPr marL="0" indent="0">
              <a:buNone/>
            </a:pPr>
            <a:r>
              <a:rPr lang="en-US" sz="1600" b="1" dirty="0">
                <a:solidFill>
                  <a:srgbClr val="FF2EA3"/>
                </a:solidFill>
              </a:rPr>
              <a:t>Efficient Swap Financing (ESF)</a:t>
            </a:r>
          </a:p>
          <a:p>
            <a:r>
              <a:rPr lang="en-US" sz="1600" dirty="0"/>
              <a:t>A platform providing balance sheet efficiencies to bank Total Return Swap (TRS) and other derivative counterparties by uniquely uniting funded investors and banks. </a:t>
            </a:r>
          </a:p>
          <a:p>
            <a:r>
              <a:rPr lang="en-US" sz="1600" dirty="0"/>
              <a:t>Transforms illiquid bilateral transactions into liquid CUSIP instruments, providing banks with derivative capacity uncorrelated to traditional markets.</a:t>
            </a:r>
          </a:p>
          <a:p>
            <a:endParaRPr lang="en-US" sz="1600" dirty="0"/>
          </a:p>
          <a:p>
            <a:pPr marL="0" indent="0">
              <a:buNone/>
            </a:pPr>
            <a:r>
              <a:rPr lang="en-US" sz="1600" b="1" dirty="0">
                <a:solidFill>
                  <a:srgbClr val="FF2EA3"/>
                </a:solidFill>
              </a:rPr>
              <a:t>Why ESF drives our risk work</a:t>
            </a:r>
          </a:p>
          <a:p>
            <a:r>
              <a:rPr lang="en-US" sz="1600" dirty="0"/>
              <a:t>ESF creates a portfolio of OTC derivative positions (equity and bond TRS, bond forwards, etc.) that must be priced, risk-managed, and capitalized. </a:t>
            </a:r>
            <a:r>
              <a:rPr lang="en-US" sz="1600" b="1" dirty="0"/>
              <a:t>This is the portfolio you will be simulating in this project</a:t>
            </a:r>
            <a:r>
              <a:rPr lang="en-US" sz="1600" dirty="0"/>
              <a:t>.</a:t>
            </a:r>
          </a:p>
        </p:txBody>
      </p:sp>
    </p:spTree>
    <p:extLst>
      <p:ext uri="{BB962C8B-B14F-4D97-AF65-F5344CB8AC3E}">
        <p14:creationId xmlns:p14="http://schemas.microsoft.com/office/powerpoint/2010/main" val="4811034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BBB0CD-94D0-494F-A9F3-E46EAF186DBF}"/>
              </a:ext>
            </a:extLst>
          </p:cNvPr>
          <p:cNvSpPr>
            <a:spLocks noGrp="1"/>
          </p:cNvSpPr>
          <p:nvPr>
            <p:ph type="title"/>
          </p:nvPr>
        </p:nvSpPr>
        <p:spPr/>
        <p:txBody>
          <a:bodyPr/>
          <a:lstStyle/>
          <a:p>
            <a:r>
              <a:rPr lang="en-US" b="1" dirty="0"/>
              <a:t>The Capitolis team</a:t>
            </a:r>
          </a:p>
        </p:txBody>
      </p:sp>
      <p:sp>
        <p:nvSpPr>
          <p:cNvPr id="3" name="Subtitle 2">
            <a:extLst>
              <a:ext uri="{FF2B5EF4-FFF2-40B4-BE49-F238E27FC236}">
                <a16:creationId xmlns:a16="http://schemas.microsoft.com/office/drawing/2014/main" id="{D506047F-4697-6BB1-36D2-D8BBD13911BF}"/>
              </a:ext>
            </a:extLst>
          </p:cNvPr>
          <p:cNvSpPr>
            <a:spLocks noGrp="1"/>
          </p:cNvSpPr>
          <p:nvPr>
            <p:ph type="subTitle" idx="13"/>
          </p:nvPr>
        </p:nvSpPr>
        <p:spPr/>
        <p:txBody>
          <a:bodyPr/>
          <a:lstStyle/>
          <a:p>
            <a:r>
              <a:rPr lang="en-US" dirty="0"/>
              <a:t>We are your professional supervisors</a:t>
            </a:r>
            <a:endParaRPr dirty="0"/>
          </a:p>
        </p:txBody>
      </p:sp>
      <p:sp>
        <p:nvSpPr>
          <p:cNvPr id="4" name="Content Placeholder 3">
            <a:extLst>
              <a:ext uri="{FF2B5EF4-FFF2-40B4-BE49-F238E27FC236}">
                <a16:creationId xmlns:a16="http://schemas.microsoft.com/office/drawing/2014/main" id="{B5E696B1-33A3-0A9E-3A65-BF82252492E2}"/>
              </a:ext>
            </a:extLst>
          </p:cNvPr>
          <p:cNvSpPr>
            <a:spLocks noGrp="1"/>
          </p:cNvSpPr>
          <p:nvPr>
            <p:ph sz="half" idx="1"/>
          </p:nvPr>
        </p:nvSpPr>
        <p:spPr>
          <a:xfrm>
            <a:off x="457200" y="1408670"/>
            <a:ext cx="3602736" cy="4992130"/>
          </a:xfrm>
          <a:solidFill>
            <a:schemeClr val="accent3">
              <a:lumMod val="20000"/>
              <a:lumOff val="80000"/>
            </a:schemeClr>
          </a:solidFill>
        </p:spPr>
        <p:txBody>
          <a:bodyPr/>
          <a:lstStyle/>
          <a:p>
            <a:pPr marL="0" indent="0" algn="ctr">
              <a:buNone/>
            </a:pPr>
            <a:r>
              <a:rPr lang="en-US" sz="1600" b="1" dirty="0"/>
              <a:t>Jed Serby</a:t>
            </a:r>
          </a:p>
          <a:p>
            <a:pPr marL="0" indent="0" algn="ctr">
              <a:buNone/>
            </a:pPr>
            <a:r>
              <a:rPr lang="en-US" sz="1600" b="1" dirty="0"/>
              <a:t>Director, Model Risk</a:t>
            </a:r>
          </a:p>
          <a:p>
            <a:pPr marL="0" indent="0">
              <a:buNone/>
            </a:pPr>
            <a:r>
              <a:rPr lang="en-US" dirty="0"/>
              <a:t>I serve as the lead for quantitative analytics and internal model development within the Risk department here at Capitolis, supporting both Capital Marketplace and Portfolio Optimization products. </a:t>
            </a:r>
          </a:p>
          <a:p>
            <a:pPr marL="0" indent="0">
              <a:buNone/>
            </a:pPr>
            <a:r>
              <a:rPr lang="en-US" dirty="0"/>
              <a:t>Prior to joining Capitolis in November 2025, I led a commercial credit risk model development team at CapitalOne in New York. Prior to this, I served as the Head of Model Development Quality Assurance at U.S. Bank, and as a quantitative consultant at Promontory Financial Group. </a:t>
            </a:r>
          </a:p>
          <a:p>
            <a:pPr marL="0" indent="0">
              <a:buNone/>
            </a:pPr>
            <a:r>
              <a:rPr lang="en-US" dirty="0"/>
              <a:t>I hold an MFE from Berkeley, an MA in actuarial science from Columbia University, and a B.A. in Economics and Mathematics from Emory University.</a:t>
            </a:r>
          </a:p>
        </p:txBody>
      </p:sp>
      <p:sp>
        <p:nvSpPr>
          <p:cNvPr id="5" name="Content Placeholder 4">
            <a:extLst>
              <a:ext uri="{FF2B5EF4-FFF2-40B4-BE49-F238E27FC236}">
                <a16:creationId xmlns:a16="http://schemas.microsoft.com/office/drawing/2014/main" id="{D1414CCB-BBAA-5C99-900B-361B0FB339E4}"/>
              </a:ext>
            </a:extLst>
          </p:cNvPr>
          <p:cNvSpPr>
            <a:spLocks noGrp="1"/>
          </p:cNvSpPr>
          <p:nvPr>
            <p:ph sz="half" idx="2"/>
          </p:nvPr>
        </p:nvSpPr>
        <p:spPr>
          <a:xfrm>
            <a:off x="4294632" y="1408670"/>
            <a:ext cx="3602736" cy="4992130"/>
          </a:xfrm>
          <a:solidFill>
            <a:schemeClr val="accent5">
              <a:lumMod val="20000"/>
              <a:lumOff val="80000"/>
            </a:schemeClr>
          </a:solidFill>
        </p:spPr>
        <p:txBody>
          <a:bodyPr/>
          <a:lstStyle/>
          <a:p>
            <a:pPr marL="0" indent="0" algn="ctr">
              <a:buNone/>
            </a:pPr>
            <a:r>
              <a:rPr lang="en-US" sz="1600" b="1" dirty="0"/>
              <a:t>Frank Butler</a:t>
            </a:r>
          </a:p>
          <a:p>
            <a:pPr marL="0" indent="0" algn="ctr">
              <a:buNone/>
            </a:pPr>
            <a:r>
              <a:rPr lang="en-US" sz="1600" b="1" dirty="0"/>
              <a:t>Senior Risk Specialist</a:t>
            </a:r>
          </a:p>
          <a:p>
            <a:pPr marL="0" indent="0">
              <a:buNone/>
            </a:pPr>
            <a:r>
              <a:rPr lang="en-US" dirty="0"/>
              <a:t>I provide quantitative support focused on model development and validation within the Risk Department for the Capital Marketplace.</a:t>
            </a:r>
          </a:p>
          <a:p>
            <a:pPr marL="0" indent="0">
              <a:buNone/>
            </a:pPr>
            <a:r>
              <a:rPr lang="en-US" dirty="0"/>
              <a:t>I bring nearly 35 years of financial services experience to the Firm, most recently serving as a Managing Director at FMS </a:t>
            </a:r>
            <a:r>
              <a:rPr lang="en-US" dirty="0" err="1"/>
              <a:t>Wertmanagement</a:t>
            </a:r>
            <a:r>
              <a:rPr lang="en-US" dirty="0"/>
              <a:t> Service GmbH, where I developed new financial products. Prior to this, I held senior quantitative analytics roles at </a:t>
            </a:r>
            <a:r>
              <a:rPr lang="en-US" dirty="0" err="1"/>
              <a:t>HypoVereinsbank</a:t>
            </a:r>
            <a:r>
              <a:rPr lang="en-US" dirty="0"/>
              <a:t>, Barclays Bank, and Fuji Capital Markets. Before entering the financial services industry, I worked as a staff physicist at the IBM T.J. Watson Research Center, performing supercomputing calculations of the properties of hadronic matter. </a:t>
            </a:r>
          </a:p>
          <a:p>
            <a:pPr marL="0" indent="0">
              <a:buNone/>
            </a:pPr>
            <a:r>
              <a:rPr lang="en-US" dirty="0"/>
              <a:t>I hold a Ph.D. in theoretical physics from Columbia University and an A.B. in physics from the University of Chicago.</a:t>
            </a:r>
          </a:p>
        </p:txBody>
      </p:sp>
      <p:sp>
        <p:nvSpPr>
          <p:cNvPr id="6" name="Content Placeholder 5">
            <a:extLst>
              <a:ext uri="{FF2B5EF4-FFF2-40B4-BE49-F238E27FC236}">
                <a16:creationId xmlns:a16="http://schemas.microsoft.com/office/drawing/2014/main" id="{05F7532B-9F19-9D2B-74BB-0DEA46E00EAE}"/>
              </a:ext>
            </a:extLst>
          </p:cNvPr>
          <p:cNvSpPr>
            <a:spLocks noGrp="1"/>
          </p:cNvSpPr>
          <p:nvPr>
            <p:ph sz="quarter" idx="14"/>
          </p:nvPr>
        </p:nvSpPr>
        <p:spPr>
          <a:xfrm>
            <a:off x="8129016" y="1408670"/>
            <a:ext cx="3602736" cy="4992130"/>
          </a:xfrm>
          <a:solidFill>
            <a:schemeClr val="bg1">
              <a:lumMod val="95000"/>
            </a:schemeClr>
          </a:solidFill>
        </p:spPr>
        <p:txBody>
          <a:bodyPr/>
          <a:lstStyle/>
          <a:p>
            <a:pPr marL="0" indent="0" algn="ctr">
              <a:buNone/>
            </a:pPr>
            <a:r>
              <a:rPr lang="en-US" sz="1600" b="1" dirty="0"/>
              <a:t>Paul </a:t>
            </a:r>
            <a:r>
              <a:rPr lang="en-US" sz="1600" b="1" dirty="0" err="1"/>
              <a:t>Tatulea</a:t>
            </a:r>
            <a:endParaRPr lang="en-US" sz="1600" b="1" dirty="0"/>
          </a:p>
          <a:p>
            <a:pPr marL="0" indent="0" algn="ctr">
              <a:buNone/>
            </a:pPr>
            <a:r>
              <a:rPr lang="en-US" sz="1600" b="1" dirty="0"/>
              <a:t>Algo Engineer</a:t>
            </a:r>
          </a:p>
          <a:p>
            <a:pPr marL="0" indent="0">
              <a:buNone/>
            </a:pPr>
            <a:r>
              <a:rPr lang="en-US" dirty="0"/>
              <a:t>I've spent the past seven years working on risk and optimization engines for portfolio optimization. My work spans rates derivatives (interest rate swaps, cross-currency swaps, swaptions, cap/floors, and CMS spread options), FX products (forwards and options), and credit products (credit default swaps), with a focus on risk sensitivities, XVA, and regulatory capital frameworks like SIMM and SA-CCR. Across the industry, the products I work on have compressed trillions of dollars in notional and delivered billions in initial margin savings. I am passionate about financial markets, derivatives pricing and risk, and scaling systems for high throughput and reliability. But most of all, I enjoy learning from and working with similarly passionate people.</a:t>
            </a:r>
            <a:endParaRPr lang="en-US" b="1" dirty="0"/>
          </a:p>
        </p:txBody>
      </p:sp>
    </p:spTree>
    <p:extLst>
      <p:ext uri="{BB962C8B-B14F-4D97-AF65-F5344CB8AC3E}">
        <p14:creationId xmlns:p14="http://schemas.microsoft.com/office/powerpoint/2010/main" val="21876333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B4B3BD-C8FD-7AD7-E664-503E2D6BA263}"/>
              </a:ext>
            </a:extLst>
          </p:cNvPr>
          <p:cNvSpPr>
            <a:spLocks noGrp="1"/>
          </p:cNvSpPr>
          <p:nvPr>
            <p:ph type="title"/>
          </p:nvPr>
        </p:nvSpPr>
        <p:spPr/>
        <p:txBody>
          <a:bodyPr/>
          <a:lstStyle/>
          <a:p>
            <a:r>
              <a:rPr lang="en-US" b="1" dirty="0"/>
              <a:t>Project objectives</a:t>
            </a:r>
          </a:p>
        </p:txBody>
      </p:sp>
      <p:sp>
        <p:nvSpPr>
          <p:cNvPr id="3" name="Subtitle 2">
            <a:extLst>
              <a:ext uri="{FF2B5EF4-FFF2-40B4-BE49-F238E27FC236}">
                <a16:creationId xmlns:a16="http://schemas.microsoft.com/office/drawing/2014/main" id="{A929CFBA-26D8-DCA6-CC24-83557B083990}"/>
              </a:ext>
            </a:extLst>
          </p:cNvPr>
          <p:cNvSpPr>
            <a:spLocks noGrp="1"/>
          </p:cNvSpPr>
          <p:nvPr>
            <p:ph type="subTitle" idx="13"/>
          </p:nvPr>
        </p:nvSpPr>
        <p:spPr>
          <a:xfrm>
            <a:off x="457199" y="960121"/>
            <a:ext cx="11274552" cy="687010"/>
          </a:xfrm>
        </p:spPr>
        <p:txBody>
          <a:bodyPr/>
          <a:lstStyle/>
          <a:p>
            <a:r>
              <a:rPr lang="en-US" dirty="0"/>
              <a:t>Build the computational backbone of a counterparty credit risk framework</a:t>
            </a:r>
          </a:p>
        </p:txBody>
      </p:sp>
      <p:sp>
        <p:nvSpPr>
          <p:cNvPr id="4" name="Content Placeholder 3">
            <a:extLst>
              <a:ext uri="{FF2B5EF4-FFF2-40B4-BE49-F238E27FC236}">
                <a16:creationId xmlns:a16="http://schemas.microsoft.com/office/drawing/2014/main" id="{570BF9D9-5154-B0D6-4E4B-BAF9BF9421EC}"/>
              </a:ext>
            </a:extLst>
          </p:cNvPr>
          <p:cNvSpPr>
            <a:spLocks noGrp="1"/>
          </p:cNvSpPr>
          <p:nvPr>
            <p:ph idx="1"/>
          </p:nvPr>
        </p:nvSpPr>
        <p:spPr>
          <a:xfrm>
            <a:off x="457200" y="1548714"/>
            <a:ext cx="11274552" cy="4852086"/>
          </a:xfrm>
        </p:spPr>
        <p:txBody>
          <a:bodyPr/>
          <a:lstStyle/>
          <a:p>
            <a:pPr marL="0" indent="0">
              <a:spcBef>
                <a:spcPts val="600"/>
              </a:spcBef>
              <a:spcAft>
                <a:spcPts val="1000"/>
              </a:spcAft>
              <a:buNone/>
            </a:pPr>
            <a:r>
              <a:rPr lang="en-US" sz="1600" b="1" dirty="0"/>
              <a:t>Design and implement a modular Monte Carlo simulation engine capable of ingesting OTC derivative pricing models, market data, and cross-asset correlation structures.</a:t>
            </a:r>
          </a:p>
          <a:p>
            <a:pPr marL="0" indent="0">
              <a:spcBef>
                <a:spcPts val="600"/>
              </a:spcBef>
              <a:spcAft>
                <a:spcPts val="1000"/>
              </a:spcAft>
              <a:buNone/>
            </a:pPr>
            <a:endParaRPr lang="en-US" sz="1600" b="1" dirty="0"/>
          </a:p>
          <a:p>
            <a:pPr marL="0" indent="0">
              <a:spcBef>
                <a:spcPts val="600"/>
              </a:spcBef>
              <a:buNone/>
            </a:pPr>
            <a:r>
              <a:rPr lang="en-US" sz="1600" b="1" dirty="0">
                <a:solidFill>
                  <a:srgbClr val="FF2EA3"/>
                </a:solidFill>
              </a:rPr>
              <a:t>1. Stochastic models</a:t>
            </a:r>
          </a:p>
          <a:p>
            <a:pPr marL="0" indent="0">
              <a:spcBef>
                <a:spcPts val="600"/>
              </a:spcBef>
              <a:spcAft>
                <a:spcPts val="1000"/>
              </a:spcAft>
              <a:buNone/>
            </a:pPr>
            <a:r>
              <a:rPr lang="en-US" sz="1600" dirty="0"/>
              <a:t>Implement risk factor models (your choice) and simulate correlated paths. You must be ready to defend your decisions.</a:t>
            </a:r>
          </a:p>
          <a:p>
            <a:pPr marL="0" indent="0">
              <a:spcBef>
                <a:spcPts val="600"/>
              </a:spcBef>
              <a:buNone/>
            </a:pPr>
            <a:r>
              <a:rPr lang="en-US" sz="1600" b="1" dirty="0">
                <a:solidFill>
                  <a:srgbClr val="FF2EA3"/>
                </a:solidFill>
              </a:rPr>
              <a:t>2. Pricing model integration</a:t>
            </a:r>
          </a:p>
          <a:p>
            <a:pPr marL="0" indent="0">
              <a:spcBef>
                <a:spcPts val="600"/>
              </a:spcBef>
              <a:spcAft>
                <a:spcPts val="1000"/>
              </a:spcAft>
              <a:buNone/>
            </a:pPr>
            <a:r>
              <a:rPr lang="en-US" sz="1600" dirty="0"/>
              <a:t>Feed simulated market states into the provided pricing models to generate scenario NPVs.</a:t>
            </a:r>
          </a:p>
          <a:p>
            <a:pPr marL="0" indent="0">
              <a:spcBef>
                <a:spcPts val="600"/>
              </a:spcBef>
              <a:buNone/>
            </a:pPr>
            <a:r>
              <a:rPr lang="en-US" sz="1600" b="1" dirty="0">
                <a:solidFill>
                  <a:srgbClr val="FF2EA3"/>
                </a:solidFill>
              </a:rPr>
              <a:t>3. Exposure and Greeks</a:t>
            </a:r>
          </a:p>
          <a:p>
            <a:pPr marL="0" indent="0">
              <a:spcBef>
                <a:spcPts val="600"/>
              </a:spcBef>
              <a:spcAft>
                <a:spcPts val="1000"/>
              </a:spcAft>
              <a:buNone/>
            </a:pPr>
            <a:r>
              <a:rPr lang="en-US" sz="1600" dirty="0"/>
              <a:t>Derive exposure profiles (PFE, MPE, EE) and efficient Greeks computation across scenarios. </a:t>
            </a:r>
            <a:r>
              <a:rPr lang="en-US" sz="1600" i="1" dirty="0"/>
              <a:t>Extra Credit Opportunity: </a:t>
            </a:r>
            <a:r>
              <a:rPr lang="en-US" sz="1600" i="1" dirty="0" err="1"/>
              <a:t>xVA</a:t>
            </a:r>
            <a:endParaRPr lang="en-US" sz="1600" i="1" dirty="0"/>
          </a:p>
          <a:p>
            <a:pPr marL="0" indent="0">
              <a:spcBef>
                <a:spcPts val="600"/>
              </a:spcBef>
              <a:buNone/>
            </a:pPr>
            <a:r>
              <a:rPr lang="en-US" sz="1600" b="1" dirty="0">
                <a:solidFill>
                  <a:srgbClr val="FF2EA3"/>
                </a:solidFill>
              </a:rPr>
              <a:t>4. Performance</a:t>
            </a:r>
          </a:p>
          <a:p>
            <a:pPr marL="0" indent="0">
              <a:spcBef>
                <a:spcPts val="600"/>
              </a:spcBef>
              <a:spcAft>
                <a:spcPts val="1000"/>
              </a:spcAft>
              <a:buNone/>
            </a:pPr>
            <a:r>
              <a:rPr lang="en-US" sz="1600" dirty="0"/>
              <a:t>Optimize engine for speed and scalability. Using cutting edge techniques to make this fast.</a:t>
            </a:r>
          </a:p>
        </p:txBody>
      </p:sp>
    </p:spTree>
    <p:extLst>
      <p:ext uri="{BB962C8B-B14F-4D97-AF65-F5344CB8AC3E}">
        <p14:creationId xmlns:p14="http://schemas.microsoft.com/office/powerpoint/2010/main" val="4811034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F97165-94F1-5F56-FE60-F150185F6A43}"/>
              </a:ext>
            </a:extLst>
          </p:cNvPr>
          <p:cNvSpPr>
            <a:spLocks noGrp="1"/>
          </p:cNvSpPr>
          <p:nvPr>
            <p:ph type="title"/>
          </p:nvPr>
        </p:nvSpPr>
        <p:spPr/>
        <p:txBody>
          <a:bodyPr/>
          <a:lstStyle/>
          <a:p>
            <a:r>
              <a:rPr lang="en-US" b="1" dirty="0"/>
              <a:t>Materials provided vs. your responsibilities</a:t>
            </a:r>
          </a:p>
        </p:txBody>
      </p:sp>
      <p:sp>
        <p:nvSpPr>
          <p:cNvPr id="4" name="Content Placeholder 3">
            <a:extLst>
              <a:ext uri="{FF2B5EF4-FFF2-40B4-BE49-F238E27FC236}">
                <a16:creationId xmlns:a16="http://schemas.microsoft.com/office/drawing/2014/main" id="{E1F38106-3BDA-4182-4E32-45D83C5FA139}"/>
              </a:ext>
            </a:extLst>
          </p:cNvPr>
          <p:cNvSpPr>
            <a:spLocks noGrp="1"/>
          </p:cNvSpPr>
          <p:nvPr>
            <p:ph sz="half" idx="1"/>
          </p:nvPr>
        </p:nvSpPr>
        <p:spPr>
          <a:xfrm>
            <a:off x="457200" y="1397545"/>
            <a:ext cx="5522976" cy="4434840"/>
          </a:xfrm>
        </p:spPr>
        <p:txBody>
          <a:bodyPr/>
          <a:lstStyle/>
          <a:p>
            <a:pPr marL="0" indent="0" algn="ctr">
              <a:buNone/>
            </a:pPr>
            <a:r>
              <a:rPr lang="en-US" sz="1800" b="1" dirty="0">
                <a:solidFill>
                  <a:srgbClr val="FF2EA3"/>
                </a:solidFill>
              </a:rPr>
              <a:t>What Capitolis provides</a:t>
            </a:r>
          </a:p>
          <a:p>
            <a:pPr marL="0" indent="0">
              <a:buNone/>
            </a:pPr>
            <a:r>
              <a:rPr lang="en-US" sz="1600" b="1" dirty="0"/>
              <a:t>16 trades across 4 instrument types for 3 counterparties:</a:t>
            </a:r>
          </a:p>
          <a:p>
            <a:r>
              <a:rPr lang="en-US" sz="1600" dirty="0"/>
              <a:t>8 Equity TRS (incl. 1 JPY compo trade)</a:t>
            </a:r>
          </a:p>
          <a:p>
            <a:r>
              <a:rPr lang="en-US" sz="1600" dirty="0"/>
              <a:t>4 Bond Forwards</a:t>
            </a:r>
          </a:p>
          <a:p>
            <a:r>
              <a:rPr lang="en-US" sz="1600" dirty="0"/>
              <a:t>4 Bond TRS</a:t>
            </a:r>
          </a:p>
          <a:p>
            <a:r>
              <a:rPr lang="en-US" sz="1600" dirty="0"/>
              <a:t>Underlying assets: </a:t>
            </a:r>
          </a:p>
          <a:p>
            <a:pPr lvl="1"/>
            <a:r>
              <a:rPr lang="en-US" sz="1600" dirty="0"/>
              <a:t>41 underlying equity positions across baskets</a:t>
            </a:r>
          </a:p>
          <a:p>
            <a:pPr lvl="1"/>
            <a:r>
              <a:rPr lang="en-US" sz="1600" dirty="0"/>
              <a:t>5 bond types</a:t>
            </a:r>
          </a:p>
          <a:p>
            <a:pPr marL="0" indent="0">
              <a:buNone/>
            </a:pPr>
            <a:r>
              <a:rPr lang="en-US" sz="1600" b="1" dirty="0"/>
              <a:t>Risk factors per trade:</a:t>
            </a:r>
          </a:p>
          <a:p>
            <a:r>
              <a:rPr lang="en-US" sz="1600" dirty="0"/>
              <a:t>USD Equity TRS: USD curve + equity spots</a:t>
            </a:r>
          </a:p>
          <a:p>
            <a:r>
              <a:rPr lang="en-US" sz="1600" dirty="0"/>
              <a:t>JPY Compo TRS: USD curve + equity spots + USDJPY FX</a:t>
            </a:r>
          </a:p>
          <a:p>
            <a:r>
              <a:rPr lang="en-US" sz="1600" dirty="0"/>
              <a:t>Bond </a:t>
            </a:r>
            <a:r>
              <a:rPr lang="en-US" sz="1600" dirty="0" err="1"/>
              <a:t>Fwd</a:t>
            </a:r>
            <a:r>
              <a:rPr lang="en-US" sz="1600" dirty="0"/>
              <a:t>/TRS: USD curve only (risk-free bonds)</a:t>
            </a:r>
          </a:p>
          <a:p>
            <a:pPr marL="0" indent="0">
              <a:buNone/>
            </a:pPr>
            <a:r>
              <a:rPr lang="en-US" sz="1600" b="1" dirty="0"/>
              <a:t>Capitolis is strictly seller on these transactions!</a:t>
            </a:r>
          </a:p>
        </p:txBody>
      </p:sp>
      <p:sp>
        <p:nvSpPr>
          <p:cNvPr id="5" name="Content Placeholder 4">
            <a:extLst>
              <a:ext uri="{FF2B5EF4-FFF2-40B4-BE49-F238E27FC236}">
                <a16:creationId xmlns:a16="http://schemas.microsoft.com/office/drawing/2014/main" id="{D2B8A21A-4DD0-A1E9-B51A-FF9C3203003F}"/>
              </a:ext>
            </a:extLst>
          </p:cNvPr>
          <p:cNvSpPr>
            <a:spLocks noGrp="1"/>
          </p:cNvSpPr>
          <p:nvPr>
            <p:ph sz="half" idx="2"/>
          </p:nvPr>
        </p:nvSpPr>
        <p:spPr>
          <a:xfrm>
            <a:off x="6208775" y="1397545"/>
            <a:ext cx="5522976" cy="4434840"/>
          </a:xfrm>
        </p:spPr>
        <p:txBody>
          <a:bodyPr/>
          <a:lstStyle/>
          <a:p>
            <a:pPr marL="0" indent="0">
              <a:buNone/>
            </a:pPr>
            <a:r>
              <a:rPr lang="en-US" sz="1800" b="1" dirty="0">
                <a:solidFill>
                  <a:srgbClr val="FF2EA3"/>
                </a:solidFill>
              </a:rPr>
              <a:t>What you collect and build</a:t>
            </a:r>
          </a:p>
          <a:p>
            <a:pPr marL="0" indent="0">
              <a:buNone/>
            </a:pPr>
            <a:r>
              <a:rPr lang="en-US" sz="1600" b="1" dirty="0"/>
              <a:t>Market data:</a:t>
            </a:r>
          </a:p>
          <a:p>
            <a:r>
              <a:rPr lang="en-US" sz="1600" dirty="0"/>
              <a:t>USD OIS (SOFR) curve</a:t>
            </a:r>
          </a:p>
          <a:p>
            <a:r>
              <a:rPr lang="en-US" sz="1600" dirty="0"/>
              <a:t>Equity spots and dividend rates per name</a:t>
            </a:r>
          </a:p>
          <a:p>
            <a:r>
              <a:rPr lang="en-US" sz="1600" dirty="0"/>
              <a:t>USDJPY FX spot and forward curve</a:t>
            </a:r>
          </a:p>
          <a:p>
            <a:r>
              <a:rPr lang="en-US" sz="1600" dirty="0"/>
              <a:t>Volatilities for all risk factors</a:t>
            </a:r>
          </a:p>
          <a:p>
            <a:r>
              <a:rPr lang="en-US" sz="1600" dirty="0"/>
              <a:t>Pairwise correlation matrix</a:t>
            </a:r>
          </a:p>
          <a:p>
            <a:r>
              <a:rPr lang="en-US" sz="1600" dirty="0"/>
              <a:t>See more requirements in the MARKET_DATA.md</a:t>
            </a:r>
          </a:p>
          <a:p>
            <a:pPr marL="0" indent="0">
              <a:buNone/>
            </a:pPr>
            <a:r>
              <a:rPr lang="en-US" sz="1600" b="1" dirty="0"/>
              <a:t>The Risk Engine:</a:t>
            </a:r>
          </a:p>
          <a:p>
            <a:r>
              <a:rPr lang="en-US" sz="1600" dirty="0"/>
              <a:t>Stochastic models for rates, equity, FX</a:t>
            </a:r>
          </a:p>
          <a:p>
            <a:r>
              <a:rPr lang="en-US" sz="1600" dirty="0"/>
              <a:t>Correlated path simulation</a:t>
            </a:r>
          </a:p>
          <a:p>
            <a:r>
              <a:rPr lang="en-US" sz="1600" dirty="0"/>
              <a:t>Exposure aggregation by netting set, along with Greeks</a:t>
            </a:r>
          </a:p>
          <a:p>
            <a:r>
              <a:rPr lang="en-US" sz="1600" i="1" dirty="0"/>
              <a:t>Extra Credit: source and incorporate risky bonds in example trades</a:t>
            </a:r>
          </a:p>
        </p:txBody>
      </p:sp>
    </p:spTree>
    <p:extLst>
      <p:ext uri="{BB962C8B-B14F-4D97-AF65-F5344CB8AC3E}">
        <p14:creationId xmlns:p14="http://schemas.microsoft.com/office/powerpoint/2010/main" val="11682059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B4B3BD-C8FD-7AD7-E664-503E2D6BA263}"/>
              </a:ext>
            </a:extLst>
          </p:cNvPr>
          <p:cNvSpPr>
            <a:spLocks noGrp="1"/>
          </p:cNvSpPr>
          <p:nvPr>
            <p:ph type="title"/>
          </p:nvPr>
        </p:nvSpPr>
        <p:spPr/>
        <p:txBody>
          <a:bodyPr/>
          <a:lstStyle/>
          <a:p>
            <a:r>
              <a:rPr lang="en-US" b="1" dirty="0"/>
              <a:t>Pricing Models</a:t>
            </a:r>
          </a:p>
        </p:txBody>
      </p:sp>
      <p:sp>
        <p:nvSpPr>
          <p:cNvPr id="3" name="Subtitle 2">
            <a:extLst>
              <a:ext uri="{FF2B5EF4-FFF2-40B4-BE49-F238E27FC236}">
                <a16:creationId xmlns:a16="http://schemas.microsoft.com/office/drawing/2014/main" id="{A929CFBA-26D8-DCA6-CC24-83557B083990}"/>
              </a:ext>
            </a:extLst>
          </p:cNvPr>
          <p:cNvSpPr>
            <a:spLocks noGrp="1"/>
          </p:cNvSpPr>
          <p:nvPr>
            <p:ph type="subTitle" idx="13"/>
          </p:nvPr>
        </p:nvSpPr>
        <p:spPr>
          <a:xfrm>
            <a:off x="457198" y="960121"/>
            <a:ext cx="9922477" cy="687010"/>
          </a:xfrm>
        </p:spPr>
        <p:txBody>
          <a:bodyPr/>
          <a:lstStyle/>
          <a:p>
            <a:r>
              <a:rPr lang="en-US" dirty="0"/>
              <a:t>We are providing a standalone Python pricing library for your use</a:t>
            </a:r>
          </a:p>
        </p:txBody>
      </p:sp>
      <p:sp>
        <p:nvSpPr>
          <p:cNvPr id="4" name="Content Placeholder 3">
            <a:extLst>
              <a:ext uri="{FF2B5EF4-FFF2-40B4-BE49-F238E27FC236}">
                <a16:creationId xmlns:a16="http://schemas.microsoft.com/office/drawing/2014/main" id="{570BF9D9-5154-B0D6-4E4B-BAF9BF9421EC}"/>
              </a:ext>
            </a:extLst>
          </p:cNvPr>
          <p:cNvSpPr>
            <a:spLocks noGrp="1"/>
          </p:cNvSpPr>
          <p:nvPr>
            <p:ph idx="1"/>
          </p:nvPr>
        </p:nvSpPr>
        <p:spPr>
          <a:xfrm>
            <a:off x="457199" y="1647131"/>
            <a:ext cx="11274551" cy="4753669"/>
          </a:xfrm>
        </p:spPr>
        <p:txBody>
          <a:bodyPr/>
          <a:lstStyle/>
          <a:p>
            <a:pPr marL="0" indent="0">
              <a:buNone/>
            </a:pPr>
            <a:r>
              <a:rPr lang="en-US" sz="1800" b="1" dirty="0">
                <a:solidFill>
                  <a:srgbClr val="FF2EA3"/>
                </a:solidFill>
              </a:rPr>
              <a:t>Folder structure of the </a:t>
            </a:r>
            <a:r>
              <a:rPr lang="en-US" sz="1800" b="1" dirty="0" err="1">
                <a:solidFill>
                  <a:srgbClr val="FF2EA3"/>
                </a:solidFill>
              </a:rPr>
              <a:t>capitolis_pricers</a:t>
            </a:r>
            <a:r>
              <a:rPr lang="en-US" sz="1800" b="1" dirty="0">
                <a:solidFill>
                  <a:srgbClr val="FF2EA3"/>
                </a:solidFill>
              </a:rPr>
              <a:t> Zip File</a:t>
            </a:r>
          </a:p>
          <a:p>
            <a:r>
              <a:rPr lang="en-US" sz="1800" dirty="0" err="1"/>
              <a:t>trade_data</a:t>
            </a:r>
            <a:r>
              <a:rPr lang="en-US" sz="1800" dirty="0"/>
              <a:t>/  Capitolis-supplied trade CSVs</a:t>
            </a:r>
          </a:p>
          <a:p>
            <a:r>
              <a:rPr lang="en-US" sz="1800" dirty="0"/>
              <a:t>trade_data/underlyings/  Reference assets for the trade mapping on equities (by trade_id) and bonds (by bond_id)</a:t>
            </a:r>
          </a:p>
          <a:p>
            <a:r>
              <a:rPr lang="en-US" sz="1800" dirty="0"/>
              <a:t>capitolis_pricers/  Pricing modules: equity_trs.py, bond_trs.py, bond_forward.py, plus curve and market builders</a:t>
            </a:r>
          </a:p>
          <a:p>
            <a:r>
              <a:rPr lang="en-US" sz="1800" dirty="0"/>
              <a:t>capitolis_pricers/examples/  price_all.py (runs full book)</a:t>
            </a:r>
          </a:p>
          <a:p>
            <a:r>
              <a:rPr lang="en-US" sz="1800" dirty="0"/>
              <a:t>Full documentation of every field, </a:t>
            </a:r>
            <a:r>
              <a:rPr lang="en-US" sz="1800" dirty="0" err="1"/>
              <a:t>pricer</a:t>
            </a:r>
            <a:r>
              <a:rPr lang="en-US" sz="1800" dirty="0"/>
              <a:t> contract, and data layer: </a:t>
            </a:r>
            <a:r>
              <a:rPr lang="en-US" sz="1800" b="1" dirty="0"/>
              <a:t>README.md</a:t>
            </a:r>
          </a:p>
          <a:p>
            <a:pPr marL="0" indent="0">
              <a:buNone/>
            </a:pPr>
            <a:endParaRPr lang="en-US" sz="1800" b="1" dirty="0">
              <a:solidFill>
                <a:srgbClr val="FF2EA3"/>
              </a:solidFill>
            </a:endParaRPr>
          </a:p>
          <a:p>
            <a:pPr marL="0" indent="0">
              <a:buNone/>
            </a:pPr>
            <a:r>
              <a:rPr lang="en-US" sz="1800" b="1" dirty="0">
                <a:solidFill>
                  <a:srgbClr val="FF2EA3"/>
                </a:solidFill>
              </a:rPr>
              <a:t>The pricing model connection</a:t>
            </a:r>
          </a:p>
          <a:p>
            <a:r>
              <a:rPr lang="en-US" sz="1800" dirty="0"/>
              <a:t>Every pricer is a pure function of a MarketState. </a:t>
            </a:r>
          </a:p>
          <a:p>
            <a:r>
              <a:rPr lang="en-US" sz="1800" dirty="0"/>
              <a:t>To build exposure, your engine simulates risk factors, assembles a MarketState per (scenario, horizon) node, and calls pricer.npv(node_market). </a:t>
            </a:r>
          </a:p>
          <a:p>
            <a:r>
              <a:rPr lang="en-US" sz="1800" dirty="0"/>
              <a:t>This is the integration point between your simulation and the provided pricing models.</a:t>
            </a:r>
          </a:p>
        </p:txBody>
      </p:sp>
    </p:spTree>
    <p:extLst>
      <p:ext uri="{BB962C8B-B14F-4D97-AF65-F5344CB8AC3E}">
        <p14:creationId xmlns:p14="http://schemas.microsoft.com/office/powerpoint/2010/main" val="4811034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B4B3BD-C8FD-7AD7-E664-503E2D6BA263}"/>
              </a:ext>
            </a:extLst>
          </p:cNvPr>
          <p:cNvSpPr>
            <a:spLocks noGrp="1"/>
          </p:cNvSpPr>
          <p:nvPr>
            <p:ph type="title"/>
          </p:nvPr>
        </p:nvSpPr>
        <p:spPr/>
        <p:txBody>
          <a:bodyPr/>
          <a:lstStyle/>
          <a:p>
            <a:r>
              <a:rPr lang="en-US" b="1" dirty="0"/>
              <a:t>Exposure and PFE</a:t>
            </a:r>
          </a:p>
        </p:txBody>
      </p:sp>
      <p:sp>
        <p:nvSpPr>
          <p:cNvPr id="4" name="Content Placeholder 3">
            <a:extLst>
              <a:ext uri="{FF2B5EF4-FFF2-40B4-BE49-F238E27FC236}">
                <a16:creationId xmlns:a16="http://schemas.microsoft.com/office/drawing/2014/main" id="{570BF9D9-5154-B0D6-4E4B-BAF9BF9421EC}"/>
              </a:ext>
            </a:extLst>
          </p:cNvPr>
          <p:cNvSpPr>
            <a:spLocks noGrp="1"/>
          </p:cNvSpPr>
          <p:nvPr>
            <p:ph idx="1"/>
          </p:nvPr>
        </p:nvSpPr>
        <p:spPr>
          <a:xfrm>
            <a:off x="457200" y="1664043"/>
            <a:ext cx="11274552" cy="4209529"/>
          </a:xfrm>
        </p:spPr>
        <p:txBody>
          <a:bodyPr/>
          <a:lstStyle/>
          <a:p>
            <a:pPr marL="0" indent="0">
              <a:spcBef>
                <a:spcPts val="600"/>
              </a:spcBef>
              <a:buNone/>
            </a:pPr>
            <a:r>
              <a:rPr lang="en-US" sz="1600" b="1" dirty="0">
                <a:solidFill>
                  <a:srgbClr val="FF2EA3"/>
                </a:solidFill>
              </a:rPr>
              <a:t>What is exposure?</a:t>
            </a:r>
          </a:p>
          <a:p>
            <a:pPr>
              <a:spcBef>
                <a:spcPts val="600"/>
              </a:spcBef>
            </a:pPr>
            <a:r>
              <a:rPr lang="en-US" sz="1600" dirty="0"/>
              <a:t>When a counterparty defaults on an OTC derivative, your exposure is the positive mark-to-market at that moment, net of collateral collected. Because you cannot know when default will occur or what rates and prices will be, monte </a:t>
            </a:r>
            <a:r>
              <a:rPr lang="en-US" sz="1600" dirty="0" err="1"/>
              <a:t>carlo</a:t>
            </a:r>
            <a:r>
              <a:rPr lang="en-US" sz="1600" dirty="0"/>
              <a:t> is one method to derive hypothetical market scenarios across time and measure the distribution of potential exposures at a given horizon.</a:t>
            </a:r>
          </a:p>
          <a:p>
            <a:pPr marL="0" indent="0">
              <a:spcBef>
                <a:spcPts val="600"/>
              </a:spcBef>
              <a:buNone/>
            </a:pPr>
            <a:endParaRPr lang="en-US" sz="1600" dirty="0"/>
          </a:p>
          <a:p>
            <a:pPr marL="0" indent="0">
              <a:spcBef>
                <a:spcPts val="600"/>
              </a:spcBef>
              <a:buNone/>
            </a:pPr>
            <a:r>
              <a:rPr lang="en-US" sz="1600" b="1" dirty="0">
                <a:solidFill>
                  <a:srgbClr val="FF2EA3"/>
                </a:solidFill>
              </a:rPr>
              <a:t>Key exposure metrics: </a:t>
            </a:r>
            <a:r>
              <a:rPr lang="en-US" sz="1600" dirty="0"/>
              <a:t>We require the 10-day close out windows over one year horizon.</a:t>
            </a:r>
            <a:endParaRPr lang="en-US" sz="1600" b="1" dirty="0">
              <a:solidFill>
                <a:srgbClr val="FF2EA3"/>
              </a:solidFill>
            </a:endParaRPr>
          </a:p>
          <a:p>
            <a:pPr>
              <a:spcBef>
                <a:spcPts val="600"/>
              </a:spcBef>
            </a:pPr>
            <a:r>
              <a:rPr lang="en-US" sz="1600" b="1" dirty="0"/>
              <a:t>Expected Exposure </a:t>
            </a:r>
            <a:r>
              <a:rPr lang="en-US" sz="1600" dirty="0"/>
              <a:t>(EE): The mean of positive NPVs across scenarios over the 10-day close out window at each time step.</a:t>
            </a:r>
          </a:p>
          <a:p>
            <a:pPr>
              <a:spcBef>
                <a:spcPts val="600"/>
              </a:spcBef>
            </a:pPr>
            <a:r>
              <a:rPr lang="en-US" sz="1600" b="1" dirty="0"/>
              <a:t>Potential Future Exposure </a:t>
            </a:r>
            <a:r>
              <a:rPr lang="en-US" sz="1600" dirty="0"/>
              <a:t>(PFE): We require the 99</a:t>
            </a:r>
            <a:r>
              <a:rPr lang="en-US" sz="1600" baseline="30000" dirty="0"/>
              <a:t>th</a:t>
            </a:r>
            <a:r>
              <a:rPr lang="en-US" sz="1600" dirty="0"/>
              <a:t> percentile for 10-day close out windows over one year horizon. This would be calculated by the 10-day period at a given time step for each time step in the one-year horizon.</a:t>
            </a:r>
          </a:p>
          <a:p>
            <a:pPr>
              <a:spcBef>
                <a:spcPts val="600"/>
              </a:spcBef>
            </a:pPr>
            <a:r>
              <a:rPr lang="en-US" sz="1600" b="1" dirty="0"/>
              <a:t>Maximum PFE </a:t>
            </a:r>
            <a:r>
              <a:rPr lang="en-US" sz="1600" dirty="0"/>
              <a:t>(MPE): The peak of the profile of 10-day PFEs across all time horizons.</a:t>
            </a:r>
          </a:p>
          <a:p>
            <a:pPr>
              <a:spcBef>
                <a:spcPts val="600"/>
              </a:spcBef>
            </a:pPr>
            <a:r>
              <a:rPr lang="en-US" sz="1600" dirty="0"/>
              <a:t>Exposures are computed per trade and aggregated up to the counterparty level.</a:t>
            </a:r>
          </a:p>
          <a:p>
            <a:pPr marL="0" indent="0">
              <a:spcBef>
                <a:spcPts val="600"/>
              </a:spcBef>
              <a:buNone/>
            </a:pPr>
            <a:endParaRPr lang="en-US" sz="1600" dirty="0"/>
          </a:p>
        </p:txBody>
      </p:sp>
    </p:spTree>
    <p:extLst>
      <p:ext uri="{BB962C8B-B14F-4D97-AF65-F5344CB8AC3E}">
        <p14:creationId xmlns:p14="http://schemas.microsoft.com/office/powerpoint/2010/main" val="4811034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7F9740-7A57-65C7-52BE-BD96295CB4B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75D0ECE-9A8E-5C71-D595-C4EA79EC63AD}"/>
              </a:ext>
            </a:extLst>
          </p:cNvPr>
          <p:cNvSpPr>
            <a:spLocks noGrp="1"/>
          </p:cNvSpPr>
          <p:nvPr>
            <p:ph type="title"/>
          </p:nvPr>
        </p:nvSpPr>
        <p:spPr/>
        <p:txBody>
          <a:bodyPr/>
          <a:lstStyle/>
          <a:p>
            <a:r>
              <a:rPr lang="en-US" b="1" dirty="0"/>
              <a:t>Key assumptions</a:t>
            </a:r>
          </a:p>
        </p:txBody>
      </p:sp>
      <p:sp>
        <p:nvSpPr>
          <p:cNvPr id="4" name="Content Placeholder 3">
            <a:extLst>
              <a:ext uri="{FF2B5EF4-FFF2-40B4-BE49-F238E27FC236}">
                <a16:creationId xmlns:a16="http://schemas.microsoft.com/office/drawing/2014/main" id="{7F6593FB-581A-7C8D-E751-D8E1A105F26D}"/>
              </a:ext>
            </a:extLst>
          </p:cNvPr>
          <p:cNvSpPr>
            <a:spLocks noGrp="1"/>
          </p:cNvSpPr>
          <p:nvPr>
            <p:ph idx="1"/>
          </p:nvPr>
        </p:nvSpPr>
        <p:spPr>
          <a:xfrm>
            <a:off x="457200" y="1161535"/>
            <a:ext cx="11274552" cy="4712037"/>
          </a:xfrm>
        </p:spPr>
        <p:txBody>
          <a:bodyPr/>
          <a:lstStyle/>
          <a:p>
            <a:pPr>
              <a:spcBef>
                <a:spcPts val="600"/>
              </a:spcBef>
            </a:pPr>
            <a:r>
              <a:rPr lang="en-US" sz="1600" dirty="0"/>
              <a:t>Assume no initial margin. </a:t>
            </a:r>
          </a:p>
          <a:p>
            <a:pPr>
              <a:spcBef>
                <a:spcPts val="600"/>
              </a:spcBef>
            </a:pPr>
            <a:r>
              <a:rPr lang="en-US" sz="1600" dirty="0"/>
              <a:t>Assume collected/posted variation margin on a given date in the simulation is the NPV of the trade on the prior day on the path. Because the counterparty defaults, variation margin discontinues over the close out period and exposure is how much it moves from the NPV on t-1.</a:t>
            </a:r>
          </a:p>
          <a:p>
            <a:pPr>
              <a:spcBef>
                <a:spcPts val="600"/>
              </a:spcBef>
            </a:pPr>
            <a:r>
              <a:rPr lang="en-US" sz="1600" dirty="0"/>
              <a:t>Use a 10-day close out period. That means, assume it takes 10 days from default to close out the trade – what does the exposure grow to over that period? How you get 10-day windows and cover all days over the one-year horizon is up to you (interpolation?)</a:t>
            </a:r>
          </a:p>
          <a:p>
            <a:pPr>
              <a:spcBef>
                <a:spcPts val="600"/>
              </a:spcBef>
            </a:pPr>
            <a:r>
              <a:rPr lang="en-US" sz="1600" dirty="0"/>
              <a:t>The number of simulations you incorporate is up to you but must evidence convergence </a:t>
            </a:r>
          </a:p>
          <a:p>
            <a:pPr>
              <a:spcBef>
                <a:spcPts val="600"/>
              </a:spcBef>
            </a:pPr>
            <a:r>
              <a:rPr lang="en-US" sz="1600" dirty="0"/>
              <a:t>General rule of thumb: as we are strictly sellers on derivatives, </a:t>
            </a:r>
            <a:r>
              <a:rPr lang="en-US" sz="1600" i="1" dirty="0"/>
              <a:t>falling</a:t>
            </a:r>
            <a:r>
              <a:rPr lang="en-US" sz="1600" dirty="0"/>
              <a:t> market values increase counterparty exposure to us – should they default it is not recoverable – and thus higher PFEs and MPEs all else equal</a:t>
            </a:r>
            <a:endParaRPr lang="en-US" sz="1600" i="1" dirty="0"/>
          </a:p>
          <a:p>
            <a:pPr>
              <a:spcBef>
                <a:spcPts val="600"/>
              </a:spcBef>
            </a:pPr>
            <a:endParaRPr lang="en-US" sz="1600" dirty="0"/>
          </a:p>
        </p:txBody>
      </p:sp>
    </p:spTree>
    <p:extLst>
      <p:ext uri="{BB962C8B-B14F-4D97-AF65-F5344CB8AC3E}">
        <p14:creationId xmlns:p14="http://schemas.microsoft.com/office/powerpoint/2010/main" val="39204095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F83052-9E63-69E2-63EA-5FC6847FD7E5}"/>
              </a:ext>
            </a:extLst>
          </p:cNvPr>
          <p:cNvSpPr>
            <a:spLocks noGrp="1"/>
          </p:cNvSpPr>
          <p:nvPr>
            <p:ph type="title"/>
          </p:nvPr>
        </p:nvSpPr>
        <p:spPr/>
        <p:txBody>
          <a:bodyPr/>
          <a:lstStyle/>
          <a:p>
            <a:r>
              <a:rPr lang="en-US" b="1" dirty="0"/>
              <a:t>Project timeline</a:t>
            </a:r>
            <a:endParaRPr lang="en-US" dirty="0"/>
          </a:p>
        </p:txBody>
      </p:sp>
      <p:sp>
        <p:nvSpPr>
          <p:cNvPr id="3" name="Subtitle 2">
            <a:extLst>
              <a:ext uri="{FF2B5EF4-FFF2-40B4-BE49-F238E27FC236}">
                <a16:creationId xmlns:a16="http://schemas.microsoft.com/office/drawing/2014/main" id="{DD528167-1033-B0E1-2CE5-754A053F4098}"/>
              </a:ext>
            </a:extLst>
          </p:cNvPr>
          <p:cNvSpPr>
            <a:spLocks noGrp="1"/>
          </p:cNvSpPr>
          <p:nvPr>
            <p:ph type="subTitle" idx="13"/>
          </p:nvPr>
        </p:nvSpPr>
        <p:spPr/>
        <p:txBody>
          <a:bodyPr/>
          <a:lstStyle/>
          <a:p>
            <a:r>
              <a:rPr lang="en-US" dirty="0"/>
              <a:t>August 19 - October 3  |  ~7 weeks  |  Weekly check-ins</a:t>
            </a:r>
          </a:p>
          <a:p>
            <a:endParaRPr lang="en-US" dirty="0"/>
          </a:p>
        </p:txBody>
      </p:sp>
      <p:graphicFrame>
        <p:nvGraphicFramePr>
          <p:cNvPr id="5" name="Content Placeholder 4">
            <a:extLst>
              <a:ext uri="{FF2B5EF4-FFF2-40B4-BE49-F238E27FC236}">
                <a16:creationId xmlns:a16="http://schemas.microsoft.com/office/drawing/2014/main" id="{D6EB2DE9-4BD1-3B77-5C61-74674F7353C5}"/>
              </a:ext>
            </a:extLst>
          </p:cNvPr>
          <p:cNvGraphicFramePr>
            <a:graphicFrameLocks noGrp="1"/>
          </p:cNvGraphicFramePr>
          <p:nvPr>
            <p:ph idx="1"/>
            <p:extLst>
              <p:ext uri="{D42A27DB-BD31-4B8C-83A1-F6EECF244321}">
                <p14:modId xmlns:p14="http://schemas.microsoft.com/office/powerpoint/2010/main" val="3429128188"/>
              </p:ext>
            </p:extLst>
          </p:nvPr>
        </p:nvGraphicFramePr>
        <p:xfrm>
          <a:off x="457200" y="1965325"/>
          <a:ext cx="11277765" cy="3639820"/>
        </p:xfrm>
        <a:graphic>
          <a:graphicData uri="http://schemas.openxmlformats.org/drawingml/2006/table">
            <a:tbl>
              <a:tblPr firstRow="1" bandRow="1">
                <a:tableStyleId>{2D5ABB26-0587-4C30-8999-92F81FD0307C}</a:tableStyleId>
              </a:tblPr>
              <a:tblGrid>
                <a:gridCol w="1758778">
                  <a:extLst>
                    <a:ext uri="{9D8B030D-6E8A-4147-A177-3AD203B41FA5}">
                      <a16:colId xmlns:a16="http://schemas.microsoft.com/office/drawing/2014/main" val="3584992910"/>
                    </a:ext>
                  </a:extLst>
                </a:gridCol>
                <a:gridCol w="2545492">
                  <a:extLst>
                    <a:ext uri="{9D8B030D-6E8A-4147-A177-3AD203B41FA5}">
                      <a16:colId xmlns:a16="http://schemas.microsoft.com/office/drawing/2014/main" val="2320678328"/>
                    </a:ext>
                  </a:extLst>
                </a:gridCol>
                <a:gridCol w="2108887">
                  <a:extLst>
                    <a:ext uri="{9D8B030D-6E8A-4147-A177-3AD203B41FA5}">
                      <a16:colId xmlns:a16="http://schemas.microsoft.com/office/drawing/2014/main" val="4263243937"/>
                    </a:ext>
                  </a:extLst>
                </a:gridCol>
                <a:gridCol w="694944">
                  <a:extLst>
                    <a:ext uri="{9D8B030D-6E8A-4147-A177-3AD203B41FA5}">
                      <a16:colId xmlns:a16="http://schemas.microsoft.com/office/drawing/2014/main" val="78016315"/>
                    </a:ext>
                  </a:extLst>
                </a:gridCol>
                <a:gridCol w="694944">
                  <a:extLst>
                    <a:ext uri="{9D8B030D-6E8A-4147-A177-3AD203B41FA5}">
                      <a16:colId xmlns:a16="http://schemas.microsoft.com/office/drawing/2014/main" val="2572221073"/>
                    </a:ext>
                  </a:extLst>
                </a:gridCol>
                <a:gridCol w="694944">
                  <a:extLst>
                    <a:ext uri="{9D8B030D-6E8A-4147-A177-3AD203B41FA5}">
                      <a16:colId xmlns:a16="http://schemas.microsoft.com/office/drawing/2014/main" val="2917194793"/>
                    </a:ext>
                  </a:extLst>
                </a:gridCol>
                <a:gridCol w="694944">
                  <a:extLst>
                    <a:ext uri="{9D8B030D-6E8A-4147-A177-3AD203B41FA5}">
                      <a16:colId xmlns:a16="http://schemas.microsoft.com/office/drawing/2014/main" val="15709436"/>
                    </a:ext>
                  </a:extLst>
                </a:gridCol>
                <a:gridCol w="694944">
                  <a:extLst>
                    <a:ext uri="{9D8B030D-6E8A-4147-A177-3AD203B41FA5}">
                      <a16:colId xmlns:a16="http://schemas.microsoft.com/office/drawing/2014/main" val="3932670002"/>
                    </a:ext>
                  </a:extLst>
                </a:gridCol>
                <a:gridCol w="694944">
                  <a:extLst>
                    <a:ext uri="{9D8B030D-6E8A-4147-A177-3AD203B41FA5}">
                      <a16:colId xmlns:a16="http://schemas.microsoft.com/office/drawing/2014/main" val="912471982"/>
                    </a:ext>
                  </a:extLst>
                </a:gridCol>
                <a:gridCol w="694944">
                  <a:extLst>
                    <a:ext uri="{9D8B030D-6E8A-4147-A177-3AD203B41FA5}">
                      <a16:colId xmlns:a16="http://schemas.microsoft.com/office/drawing/2014/main" val="2570874467"/>
                    </a:ext>
                  </a:extLst>
                </a:gridCol>
              </a:tblGrid>
              <a:tr h="197245">
                <a:tc>
                  <a:txBody>
                    <a:bodyPr/>
                    <a:lstStyle/>
                    <a:p>
                      <a:r>
                        <a:rPr lang="en-US" b="1" dirty="0"/>
                        <a:t>Stage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r>
                        <a:rPr lang="en-US" b="1" dirty="0"/>
                        <a:t>Description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r>
                        <a:rPr lang="en-US" b="1" dirty="0"/>
                        <a:t>Deliverables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r>
                        <a:rPr lang="en-US" b="1" dirty="0"/>
                        <a:t>Aug 24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Aug 31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Sept 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Sept 14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Sept 21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Sept 14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Sept 28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2185460736"/>
                  </a:ext>
                </a:extLst>
              </a:tr>
              <a:tr h="370840">
                <a:tc>
                  <a:txBody>
                    <a:bodyPr/>
                    <a:lstStyle/>
                    <a:p>
                      <a:r>
                        <a:rPr lang="en-US" b="1" dirty="0"/>
                        <a:t>Onboarding and Data Collection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50" dirty="0"/>
                        <a:t>Review provided </a:t>
                      </a:r>
                      <a:r>
                        <a:rPr lang="en-US" sz="1050" dirty="0" err="1"/>
                        <a:t>pricers</a:t>
                      </a:r>
                      <a:r>
                        <a:rPr lang="en-US" sz="1050" dirty="0"/>
                        <a:t> and trade data. Source market data (curves, spots, FX, dividends). Validate pricing against sample market. Set up GitHub repo and project structure.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71450" indent="-171450">
                        <a:buFont typeface="Arial" panose="020B0604020202020204" pitchFamily="34" charset="0"/>
                        <a:buChar char="•"/>
                      </a:pPr>
                      <a:r>
                        <a:rPr lang="en-US" sz="1050" dirty="0"/>
                        <a:t>GitHub Repo</a:t>
                      </a:r>
                    </a:p>
                    <a:p>
                      <a:pPr marL="171450" indent="-171450">
                        <a:buFont typeface="Arial" panose="020B0604020202020204" pitchFamily="34" charset="0"/>
                        <a:buChar char="•"/>
                      </a:pPr>
                      <a:r>
                        <a:rPr lang="en-US" sz="1050" dirty="0"/>
                        <a:t>Data</a:t>
                      </a:r>
                    </a:p>
                    <a:p>
                      <a:pPr marL="171450" indent="-171450">
                        <a:buFont typeface="Arial" panose="020B0604020202020204" pitchFamily="34" charset="0"/>
                        <a:buChar char="•"/>
                      </a:pPr>
                      <a:r>
                        <a:rPr lang="en-US" sz="1050" dirty="0" err="1"/>
                        <a:t>Pricers</a:t>
                      </a:r>
                      <a:r>
                        <a:rPr lang="en-US" sz="1050" dirty="0"/>
                        <a:t> and trades (Capitolis)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25072551"/>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Foundations Engine Buildout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050" kern="1200" dirty="0">
                          <a:solidFill>
                            <a:schemeClr val="tx1"/>
                          </a:solidFill>
                          <a:latin typeface="+mn-lt"/>
                          <a:ea typeface="+mn-ea"/>
                          <a:cs typeface="+mn-cs"/>
                        </a:rPr>
                        <a:t>Choose and implement stochastic models for rates, equity, FX. Build correlation proxy method from historical data. Stand up the full Monte Carlo engine with joint simulation of correlated risk factors. Integrate with provided </a:t>
                      </a:r>
                      <a:r>
                        <a:rPr lang="en-US" sz="1050" kern="1200" dirty="0" err="1">
                          <a:solidFill>
                            <a:schemeClr val="tx1"/>
                          </a:solidFill>
                          <a:latin typeface="+mn-lt"/>
                          <a:ea typeface="+mn-ea"/>
                          <a:cs typeface="+mn-cs"/>
                        </a:rPr>
                        <a:t>pricers</a:t>
                      </a:r>
                      <a:r>
                        <a:rPr lang="en-US" sz="1050" kern="1200" dirty="0">
                          <a:solidFill>
                            <a:schemeClr val="tx1"/>
                          </a:solidFill>
                          <a:latin typeface="+mn-lt"/>
                          <a:ea typeface="+mn-ea"/>
                          <a:cs typeface="+mn-cs"/>
                        </a:rPr>
                        <a:t> to generate scenario NPVs. Compute netting-set level exposure profiles. Demonstrate speed and performance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71450" indent="-171450">
                        <a:buFont typeface="Arial" panose="020B0604020202020204" pitchFamily="34" charset="0"/>
                        <a:buChar char="•"/>
                      </a:pPr>
                      <a:r>
                        <a:rPr lang="en-US" sz="1050" kern="1200" dirty="0">
                          <a:solidFill>
                            <a:schemeClr val="tx1"/>
                          </a:solidFill>
                          <a:latin typeface="+mn-lt"/>
                          <a:ea typeface="+mn-ea"/>
                          <a:cs typeface="+mn-cs"/>
                        </a:rPr>
                        <a:t>Risk Engine with outputs</a:t>
                      </a:r>
                    </a:p>
                    <a:p>
                      <a:pPr marL="171450" indent="-171450">
                        <a:buFont typeface="Arial" panose="020B0604020202020204" pitchFamily="34" charset="0"/>
                        <a:buChar char="•"/>
                      </a:pPr>
                      <a:r>
                        <a:rPr lang="en-US" sz="1050" kern="1200" dirty="0">
                          <a:solidFill>
                            <a:schemeClr val="tx1"/>
                          </a:solidFill>
                          <a:latin typeface="+mn-lt"/>
                          <a:ea typeface="+mn-ea"/>
                          <a:cs typeface="+mn-cs"/>
                        </a:rPr>
                        <a:t>Benchmarks for speed</a:t>
                      </a:r>
                    </a:p>
                    <a:p>
                      <a:pPr marL="171450" indent="-171450">
                        <a:buFont typeface="Arial" panose="020B0604020202020204" pitchFamily="34" charset="0"/>
                        <a:buChar char="•"/>
                      </a:pPr>
                      <a:r>
                        <a:rPr lang="en-US" sz="1050" kern="1200" dirty="0">
                          <a:solidFill>
                            <a:schemeClr val="tx1"/>
                          </a:solidFill>
                          <a:latin typeface="+mn-lt"/>
                          <a:ea typeface="+mn-ea"/>
                          <a:cs typeface="+mn-cs"/>
                        </a:rPr>
                        <a:t>Analytical benchmarks for accuracy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73005967"/>
                  </a:ext>
                </a:extLst>
              </a:tr>
              <a:tr h="370840">
                <a:tc>
                  <a:txBody>
                    <a:bodyPr/>
                    <a:lstStyle/>
                    <a:p>
                      <a:r>
                        <a:rPr lang="en-US" b="1" dirty="0"/>
                        <a:t>Analytics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050" kern="1200" dirty="0">
                          <a:solidFill>
                            <a:schemeClr val="tx1"/>
                          </a:solidFill>
                          <a:latin typeface="+mn-lt"/>
                          <a:ea typeface="+mn-ea"/>
                          <a:cs typeface="+mn-cs"/>
                        </a:rPr>
                        <a:t>Implement Greeks (bumped or </a:t>
                      </a:r>
                      <a:r>
                        <a:rPr lang="en-US" sz="1050" kern="1200" dirty="0" err="1">
                          <a:solidFill>
                            <a:schemeClr val="tx1"/>
                          </a:solidFill>
                          <a:latin typeface="+mn-lt"/>
                          <a:ea typeface="+mn-ea"/>
                          <a:cs typeface="+mn-cs"/>
                        </a:rPr>
                        <a:t>pathwise</a:t>
                      </a:r>
                      <a:r>
                        <a:rPr lang="en-US" sz="1050" kern="1200" dirty="0">
                          <a:solidFill>
                            <a:schemeClr val="tx1"/>
                          </a:solidFill>
                          <a:latin typeface="+mn-lt"/>
                          <a:ea typeface="+mn-ea"/>
                          <a:cs typeface="+mn-cs"/>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71450" indent="-171450">
                        <a:buFont typeface="Arial" panose="020B0604020202020204" pitchFamily="34" charset="0"/>
                        <a:buChar char="•"/>
                      </a:pPr>
                      <a:r>
                        <a:rPr lang="en-US" sz="1050" kern="1200" dirty="0">
                          <a:solidFill>
                            <a:schemeClr val="tx1"/>
                          </a:solidFill>
                          <a:latin typeface="+mn-lt"/>
                          <a:ea typeface="+mn-ea"/>
                          <a:cs typeface="+mn-cs"/>
                        </a:rPr>
                        <a:t>Greeks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84027884"/>
                  </a:ext>
                </a:extLst>
              </a:tr>
              <a:tr h="370840">
                <a:tc>
                  <a:txBody>
                    <a:bodyPr/>
                    <a:lstStyle/>
                    <a:p>
                      <a:r>
                        <a:rPr lang="en-US" b="1" dirty="0"/>
                        <a:t>Documentation and final presentation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050" kern="1200" dirty="0">
                          <a:solidFill>
                            <a:schemeClr val="tx1"/>
                          </a:solidFill>
                          <a:latin typeface="+mn-lt"/>
                          <a:ea typeface="+mn-ea"/>
                          <a:cs typeface="+mn-cs"/>
                        </a:rPr>
                        <a:t>Finalize technical report with benchmarks. Presentation to Capitolis Risk department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50" kern="1200" dirty="0">
                          <a:solidFill>
                            <a:schemeClr val="tx1"/>
                          </a:solidFill>
                          <a:latin typeface="+mn-lt"/>
                          <a:ea typeface="+mn-ea"/>
                          <a:cs typeface="+mn-cs"/>
                        </a:rPr>
                        <a:t>Codebase in GitHub</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50" kern="1200" dirty="0">
                          <a:solidFill>
                            <a:schemeClr val="tx1"/>
                          </a:solidFill>
                          <a:latin typeface="+mn-lt"/>
                          <a:ea typeface="+mn-ea"/>
                          <a:cs typeface="+mn-cs"/>
                        </a:rPr>
                        <a:t>Technical report (details in appendix)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89493710"/>
                  </a:ext>
                </a:extLst>
              </a:tr>
            </a:tbl>
          </a:graphicData>
        </a:graphic>
      </p:graphicFrame>
      <p:sp>
        <p:nvSpPr>
          <p:cNvPr id="6" name="Arrow: Right 5">
            <a:extLst>
              <a:ext uri="{FF2B5EF4-FFF2-40B4-BE49-F238E27FC236}">
                <a16:creationId xmlns:a16="http://schemas.microsoft.com/office/drawing/2014/main" id="{97005DB0-525E-5372-30CE-5E377874C748}"/>
              </a:ext>
            </a:extLst>
          </p:cNvPr>
          <p:cNvSpPr/>
          <p:nvPr/>
        </p:nvSpPr>
        <p:spPr>
          <a:xfrm>
            <a:off x="6903308" y="2652584"/>
            <a:ext cx="1326292" cy="387178"/>
          </a:xfrm>
          <a:prstGeom prst="rightArrow">
            <a:avLst/>
          </a:prstGeom>
          <a:ln w="12700" cap="flat">
            <a:miter lim="800000"/>
          </a:ln>
        </p:spPr>
        <p:style>
          <a:lnRef idx="0">
            <a:schemeClr val="accent1"/>
          </a:lnRef>
          <a:fillRef idx="1">
            <a:schemeClr val="accent1"/>
          </a:fillRef>
          <a:effectRef idx="0">
            <a:srgbClr val="000000"/>
          </a:effectRef>
          <a:fontRef idx="minor">
            <a:schemeClr val="tx1"/>
          </a:fontRef>
        </p:style>
        <p:txBody>
          <a:bodyPr rtlCol="0" anchor="ctr"/>
          <a:lstStyle/>
          <a:p>
            <a:pPr algn="ctr">
              <a:lnSpc>
                <a:spcPct val="100000"/>
              </a:lnSpc>
            </a:pPr>
            <a:endParaRPr lang="en-US" sz="1200"/>
          </a:p>
        </p:txBody>
      </p:sp>
      <p:sp>
        <p:nvSpPr>
          <p:cNvPr id="8" name="Arrow: Right 7">
            <a:extLst>
              <a:ext uri="{FF2B5EF4-FFF2-40B4-BE49-F238E27FC236}">
                <a16:creationId xmlns:a16="http://schemas.microsoft.com/office/drawing/2014/main" id="{DF096480-1315-9B0D-FAA2-B5D87946AFB1}"/>
              </a:ext>
            </a:extLst>
          </p:cNvPr>
          <p:cNvSpPr/>
          <p:nvPr/>
        </p:nvSpPr>
        <p:spPr>
          <a:xfrm>
            <a:off x="7566454" y="3727021"/>
            <a:ext cx="3451654" cy="387178"/>
          </a:xfrm>
          <a:prstGeom prst="rightArrow">
            <a:avLst/>
          </a:prstGeom>
          <a:ln w="12700" cap="flat">
            <a:miter lim="800000"/>
          </a:ln>
        </p:spPr>
        <p:style>
          <a:lnRef idx="0">
            <a:schemeClr val="accent1"/>
          </a:lnRef>
          <a:fillRef idx="1">
            <a:schemeClr val="accent1"/>
          </a:fillRef>
          <a:effectRef idx="0">
            <a:srgbClr val="000000"/>
          </a:effectRef>
          <a:fontRef idx="minor">
            <a:schemeClr val="tx1"/>
          </a:fontRef>
        </p:style>
        <p:txBody>
          <a:bodyPr rtlCol="0" anchor="ctr"/>
          <a:lstStyle/>
          <a:p>
            <a:pPr algn="ctr">
              <a:lnSpc>
                <a:spcPct val="100000"/>
              </a:lnSpc>
            </a:pPr>
            <a:endParaRPr lang="en-US" sz="1200"/>
          </a:p>
        </p:txBody>
      </p:sp>
      <p:sp>
        <p:nvSpPr>
          <p:cNvPr id="12" name="Arrow: Right 11">
            <a:extLst>
              <a:ext uri="{FF2B5EF4-FFF2-40B4-BE49-F238E27FC236}">
                <a16:creationId xmlns:a16="http://schemas.microsoft.com/office/drawing/2014/main" id="{1BEF696A-6586-6A63-8881-8CB6AE54ADEE}"/>
              </a:ext>
            </a:extLst>
          </p:cNvPr>
          <p:cNvSpPr/>
          <p:nvPr/>
        </p:nvSpPr>
        <p:spPr>
          <a:xfrm>
            <a:off x="9700054" y="4658823"/>
            <a:ext cx="1326292" cy="387178"/>
          </a:xfrm>
          <a:prstGeom prst="rightArrow">
            <a:avLst/>
          </a:prstGeom>
          <a:ln w="12700" cap="flat">
            <a:miter lim="800000"/>
          </a:ln>
        </p:spPr>
        <p:style>
          <a:lnRef idx="0">
            <a:schemeClr val="accent1"/>
          </a:lnRef>
          <a:fillRef idx="1">
            <a:schemeClr val="accent1"/>
          </a:fillRef>
          <a:effectRef idx="0">
            <a:srgbClr val="000000"/>
          </a:effectRef>
          <a:fontRef idx="minor">
            <a:schemeClr val="tx1"/>
          </a:fontRef>
        </p:style>
        <p:txBody>
          <a:bodyPr rtlCol="0" anchor="ctr"/>
          <a:lstStyle/>
          <a:p>
            <a:pPr algn="ctr">
              <a:lnSpc>
                <a:spcPct val="100000"/>
              </a:lnSpc>
            </a:pPr>
            <a:endParaRPr lang="en-US" sz="1200"/>
          </a:p>
        </p:txBody>
      </p:sp>
      <p:sp>
        <p:nvSpPr>
          <p:cNvPr id="14" name="Arrow: Right 13">
            <a:extLst>
              <a:ext uri="{FF2B5EF4-FFF2-40B4-BE49-F238E27FC236}">
                <a16:creationId xmlns:a16="http://schemas.microsoft.com/office/drawing/2014/main" id="{22B27E71-D3E1-B499-C69E-B6DA2E088D91}"/>
              </a:ext>
            </a:extLst>
          </p:cNvPr>
          <p:cNvSpPr/>
          <p:nvPr/>
        </p:nvSpPr>
        <p:spPr>
          <a:xfrm>
            <a:off x="10405460" y="5091841"/>
            <a:ext cx="1326292" cy="387178"/>
          </a:xfrm>
          <a:prstGeom prst="rightArrow">
            <a:avLst/>
          </a:prstGeom>
          <a:ln w="12700" cap="flat">
            <a:miter lim="800000"/>
          </a:ln>
        </p:spPr>
        <p:style>
          <a:lnRef idx="0">
            <a:schemeClr val="accent1"/>
          </a:lnRef>
          <a:fillRef idx="1">
            <a:schemeClr val="accent1"/>
          </a:fillRef>
          <a:effectRef idx="0">
            <a:srgbClr val="000000"/>
          </a:effectRef>
          <a:fontRef idx="minor">
            <a:schemeClr val="tx1"/>
          </a:fontRef>
        </p:style>
        <p:txBody>
          <a:bodyPr rtlCol="0" anchor="ctr"/>
          <a:lstStyle/>
          <a:p>
            <a:pPr algn="ctr">
              <a:lnSpc>
                <a:spcPct val="100000"/>
              </a:lnSpc>
            </a:pPr>
            <a:endParaRPr lang="en-US" sz="1200"/>
          </a:p>
        </p:txBody>
      </p:sp>
      <p:sp>
        <p:nvSpPr>
          <p:cNvPr id="4" name="TextBox 3">
            <a:extLst>
              <a:ext uri="{FF2B5EF4-FFF2-40B4-BE49-F238E27FC236}">
                <a16:creationId xmlns:a16="http://schemas.microsoft.com/office/drawing/2014/main" id="{ACF164E6-B11F-BA56-6D00-32EA3F3BF924}"/>
              </a:ext>
            </a:extLst>
          </p:cNvPr>
          <p:cNvSpPr txBox="1"/>
          <p:nvPr/>
        </p:nvSpPr>
        <p:spPr>
          <a:xfrm>
            <a:off x="5638800" y="2973859"/>
            <a:ext cx="914400" cy="914400"/>
          </a:xfrm>
          <a:prstGeom prst="rect">
            <a:avLst/>
          </a:prstGeom>
          <a:noFill/>
        </p:spPr>
        <p:txBody>
          <a:bodyPr wrap="square" lIns="0" tIns="0" rIns="0" bIns="0" numCol="1" spcCol="182880" rtlCol="0" anchor="t">
            <a:noAutofit/>
          </a:bodyPr>
          <a:lstStyle/>
          <a:p>
            <a:pPr marL="182880" indent="-182880" algn="l">
              <a:lnSpc>
                <a:spcPct val="100000"/>
              </a:lnSpc>
              <a:spcBef>
                <a:spcPts val="900"/>
              </a:spcBef>
              <a:buSzPct val="100000"/>
              <a:buFont typeface="Franklin Gothic Book"/>
              <a:buChar char="•"/>
            </a:pPr>
            <a:endParaRPr lang="en-US" sz="1400" dirty="0"/>
          </a:p>
        </p:txBody>
      </p:sp>
      <p:sp>
        <p:nvSpPr>
          <p:cNvPr id="7" name="TextBox 6">
            <a:extLst>
              <a:ext uri="{FF2B5EF4-FFF2-40B4-BE49-F238E27FC236}">
                <a16:creationId xmlns:a16="http://schemas.microsoft.com/office/drawing/2014/main" id="{680A4F3D-04BB-0D4D-3C9D-3BBF630EC24E}"/>
              </a:ext>
            </a:extLst>
          </p:cNvPr>
          <p:cNvSpPr txBox="1"/>
          <p:nvPr/>
        </p:nvSpPr>
        <p:spPr>
          <a:xfrm>
            <a:off x="3501081" y="5824148"/>
            <a:ext cx="1977081" cy="914400"/>
          </a:xfrm>
          <a:prstGeom prst="rect">
            <a:avLst/>
          </a:prstGeom>
          <a:noFill/>
        </p:spPr>
        <p:txBody>
          <a:bodyPr wrap="none" lIns="0" tIns="0" rIns="0" bIns="0" numCol="1" spcCol="182880" rtlCol="0" anchor="t">
            <a:noAutofit/>
          </a:bodyPr>
          <a:lstStyle/>
          <a:p>
            <a:pPr algn="l">
              <a:lnSpc>
                <a:spcPct val="100000"/>
              </a:lnSpc>
              <a:spcBef>
                <a:spcPts val="900"/>
              </a:spcBef>
              <a:buSzPct val="100000"/>
            </a:pPr>
            <a:r>
              <a:rPr lang="en-US" sz="1200" b="1" i="1" dirty="0"/>
              <a:t>Extra credit options not put in </a:t>
            </a:r>
            <a:r>
              <a:rPr lang="en-US" sz="1200" b="1" i="1" dirty="0" err="1"/>
              <a:t>swimlanes</a:t>
            </a:r>
            <a:r>
              <a:rPr lang="en-US" sz="1200" b="1" i="1" dirty="0"/>
              <a:t>: </a:t>
            </a:r>
          </a:p>
          <a:p>
            <a:pPr marL="182880" indent="-182880" algn="l">
              <a:lnSpc>
                <a:spcPct val="100000"/>
              </a:lnSpc>
              <a:spcBef>
                <a:spcPts val="900"/>
              </a:spcBef>
              <a:buSzPct val="100000"/>
              <a:buFont typeface="Franklin Gothic Book"/>
              <a:buChar char="•"/>
            </a:pPr>
            <a:r>
              <a:rPr lang="en-US" sz="1200" i="1" dirty="0"/>
              <a:t>Risk bonds + CDS data for new sample trades</a:t>
            </a:r>
          </a:p>
          <a:p>
            <a:pPr marL="182880" indent="-182880" algn="l">
              <a:lnSpc>
                <a:spcPct val="100000"/>
              </a:lnSpc>
              <a:spcBef>
                <a:spcPts val="900"/>
              </a:spcBef>
              <a:buSzPct val="100000"/>
              <a:buFont typeface="Franklin Gothic Book"/>
              <a:buChar char="•"/>
            </a:pPr>
            <a:r>
              <a:rPr lang="en-US" sz="1200" i="1" dirty="0" err="1"/>
              <a:t>xVA</a:t>
            </a:r>
            <a:r>
              <a:rPr lang="en-US" sz="1200" i="1" dirty="0"/>
              <a:t> outputs</a:t>
            </a:r>
          </a:p>
        </p:txBody>
      </p:sp>
    </p:spTree>
    <p:extLst>
      <p:ext uri="{BB962C8B-B14F-4D97-AF65-F5344CB8AC3E}">
        <p14:creationId xmlns:p14="http://schemas.microsoft.com/office/powerpoint/2010/main" val="27431421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7A8C67-CCD6-11C7-BDE3-3C4A308B8E48}"/>
              </a:ext>
            </a:extLst>
          </p:cNvPr>
          <p:cNvSpPr>
            <a:spLocks noGrp="1"/>
          </p:cNvSpPr>
          <p:nvPr>
            <p:ph type="title"/>
          </p:nvPr>
        </p:nvSpPr>
        <p:spPr/>
        <p:txBody>
          <a:bodyPr/>
          <a:lstStyle/>
          <a:p>
            <a:r>
              <a:rPr lang="en-US" b="1" dirty="0"/>
              <a:t>Appendices</a:t>
            </a:r>
          </a:p>
        </p:txBody>
      </p:sp>
    </p:spTree>
    <p:extLst>
      <p:ext uri="{BB962C8B-B14F-4D97-AF65-F5344CB8AC3E}">
        <p14:creationId xmlns:p14="http://schemas.microsoft.com/office/powerpoint/2010/main" val="26025347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69A883-BBA4-A3CD-9045-C51034EB8ECD}"/>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7919E7B-0C36-E04B-BB97-4273618D7961}"/>
              </a:ext>
            </a:extLst>
          </p:cNvPr>
          <p:cNvSpPr>
            <a:spLocks noGrp="1"/>
          </p:cNvSpPr>
          <p:nvPr>
            <p:ph type="title"/>
          </p:nvPr>
        </p:nvSpPr>
        <p:spPr/>
        <p:txBody>
          <a:bodyPr/>
          <a:lstStyle/>
          <a:p>
            <a:r>
              <a:rPr lang="en-US" b="1" dirty="0"/>
              <a:t>TRS: Passing on all gains for equities (and bonds!)</a:t>
            </a:r>
            <a:br>
              <a:rPr lang="en-US" b="1" dirty="0">
                <a:solidFill>
                  <a:srgbClr val="0070C0"/>
                </a:solidFill>
              </a:rPr>
            </a:br>
            <a:endParaRPr lang="en-US" b="1" dirty="0"/>
          </a:p>
        </p:txBody>
      </p:sp>
      <p:sp>
        <p:nvSpPr>
          <p:cNvPr id="21" name="Rectangle 20">
            <a:extLst>
              <a:ext uri="{FF2B5EF4-FFF2-40B4-BE49-F238E27FC236}">
                <a16:creationId xmlns:a16="http://schemas.microsoft.com/office/drawing/2014/main" id="{DDB73495-39CF-CEEA-A81A-329C7F75386C}"/>
              </a:ext>
            </a:extLst>
          </p:cNvPr>
          <p:cNvSpPr/>
          <p:nvPr/>
        </p:nvSpPr>
        <p:spPr>
          <a:xfrm>
            <a:off x="662515" y="2330722"/>
            <a:ext cx="1184744" cy="1098278"/>
          </a:xfrm>
          <a:prstGeom prst="rect">
            <a:avLst/>
          </a:prstGeom>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lnSpc>
                <a:spcPct val="100000"/>
              </a:lnSpc>
            </a:pPr>
            <a:r>
              <a:rPr lang="en-US" b="1" dirty="0"/>
              <a:t>Capitolis</a:t>
            </a:r>
          </a:p>
        </p:txBody>
      </p:sp>
      <p:sp>
        <p:nvSpPr>
          <p:cNvPr id="78" name="Rectangle 77">
            <a:extLst>
              <a:ext uri="{FF2B5EF4-FFF2-40B4-BE49-F238E27FC236}">
                <a16:creationId xmlns:a16="http://schemas.microsoft.com/office/drawing/2014/main" id="{9D7B7F8C-FF1A-D0B7-9C0C-B2C249875AA7}"/>
              </a:ext>
            </a:extLst>
          </p:cNvPr>
          <p:cNvSpPr/>
          <p:nvPr/>
        </p:nvSpPr>
        <p:spPr>
          <a:xfrm>
            <a:off x="4051805" y="2330721"/>
            <a:ext cx="1506604" cy="1098277"/>
          </a:xfrm>
          <a:prstGeom prst="rect">
            <a:avLst/>
          </a:prstGeom>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lnSpc>
                <a:spcPct val="100000"/>
              </a:lnSpc>
            </a:pPr>
            <a:r>
              <a:rPr lang="en-US" b="1" dirty="0"/>
              <a:t>TRS Counterparty</a:t>
            </a:r>
          </a:p>
        </p:txBody>
      </p:sp>
      <p:cxnSp>
        <p:nvCxnSpPr>
          <p:cNvPr id="79" name="Straight Arrow Connector 78">
            <a:extLst>
              <a:ext uri="{FF2B5EF4-FFF2-40B4-BE49-F238E27FC236}">
                <a16:creationId xmlns:a16="http://schemas.microsoft.com/office/drawing/2014/main" id="{EB7F755E-0E2D-5BD3-BD80-6D004B0BFDF1}"/>
              </a:ext>
            </a:extLst>
          </p:cNvPr>
          <p:cNvCxnSpPr>
            <a:cxnSpLocks/>
          </p:cNvCxnSpPr>
          <p:nvPr/>
        </p:nvCxnSpPr>
        <p:spPr>
          <a:xfrm>
            <a:off x="1847259" y="2642482"/>
            <a:ext cx="2204546" cy="0"/>
          </a:xfrm>
          <a:prstGeom prst="straightConnector1">
            <a:avLst/>
          </a:prstGeom>
          <a:ln>
            <a:tailEnd type="triangle"/>
          </a:ln>
        </p:spPr>
        <p:style>
          <a:lnRef idx="1">
            <a:schemeClr val="accent5"/>
          </a:lnRef>
          <a:fillRef idx="0">
            <a:schemeClr val="accent5"/>
          </a:fillRef>
          <a:effectRef idx="0">
            <a:schemeClr val="accent5"/>
          </a:effectRef>
          <a:fontRef idx="minor">
            <a:schemeClr val="tx1"/>
          </a:fontRef>
        </p:style>
      </p:cxnSp>
      <p:sp>
        <p:nvSpPr>
          <p:cNvPr id="88" name="Rectangle 87">
            <a:extLst>
              <a:ext uri="{FF2B5EF4-FFF2-40B4-BE49-F238E27FC236}">
                <a16:creationId xmlns:a16="http://schemas.microsoft.com/office/drawing/2014/main" id="{21FDE0E6-5742-45EF-2BF1-4BFECA028A13}"/>
              </a:ext>
            </a:extLst>
          </p:cNvPr>
          <p:cNvSpPr/>
          <p:nvPr/>
        </p:nvSpPr>
        <p:spPr>
          <a:xfrm>
            <a:off x="2333347" y="2198417"/>
            <a:ext cx="1232368" cy="264607"/>
          </a:xfrm>
          <a:prstGeom prst="rect">
            <a:avLst/>
          </a:prstGeom>
          <a:noFill/>
          <a:ln w="12700" cap="flat">
            <a:noFill/>
            <a:miter lim="800000"/>
          </a:ln>
        </p:spPr>
        <p:style>
          <a:lnRef idx="0">
            <a:schemeClr val="accent1"/>
          </a:lnRef>
          <a:fillRef idx="1">
            <a:schemeClr val="accent1"/>
          </a:fillRef>
          <a:effectRef idx="0">
            <a:srgbClr val="000000"/>
          </a:effectRef>
          <a:fontRef idx="minor">
            <a:schemeClr val="tx1"/>
          </a:fontRef>
        </p:style>
        <p:txBody>
          <a:bodyPr rtlCol="0" anchor="ctr"/>
          <a:lstStyle/>
          <a:p>
            <a:pPr algn="ctr">
              <a:lnSpc>
                <a:spcPct val="100000"/>
              </a:lnSpc>
            </a:pPr>
            <a:r>
              <a:rPr lang="en-US" sz="1200" dirty="0"/>
              <a:t>TRS contract +</a:t>
            </a:r>
            <a:endParaRPr lang="en-US" sz="1200" b="1" dirty="0">
              <a:solidFill>
                <a:schemeClr val="accent3"/>
              </a:solidFill>
            </a:endParaRPr>
          </a:p>
          <a:p>
            <a:pPr algn="ctr">
              <a:lnSpc>
                <a:spcPct val="100000"/>
              </a:lnSpc>
            </a:pPr>
            <a:r>
              <a:rPr lang="en-US" sz="1200" i="1" dirty="0">
                <a:solidFill>
                  <a:schemeClr val="accent5"/>
                </a:solidFill>
              </a:rPr>
              <a:t>No economic exchange at t=0</a:t>
            </a:r>
          </a:p>
        </p:txBody>
      </p:sp>
      <p:cxnSp>
        <p:nvCxnSpPr>
          <p:cNvPr id="89" name="Straight Arrow Connector 88">
            <a:extLst>
              <a:ext uri="{FF2B5EF4-FFF2-40B4-BE49-F238E27FC236}">
                <a16:creationId xmlns:a16="http://schemas.microsoft.com/office/drawing/2014/main" id="{B38A0A0D-330F-89E6-9D3E-61022665E9B7}"/>
              </a:ext>
            </a:extLst>
          </p:cNvPr>
          <p:cNvCxnSpPr>
            <a:cxnSpLocks/>
            <a:stCxn id="78" idx="1"/>
            <a:endCxn id="21" idx="3"/>
          </p:cNvCxnSpPr>
          <p:nvPr/>
        </p:nvCxnSpPr>
        <p:spPr>
          <a:xfrm flipH="1">
            <a:off x="1847259" y="2879860"/>
            <a:ext cx="2204546" cy="1"/>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95" name="Straight Arrow Connector 94">
            <a:extLst>
              <a:ext uri="{FF2B5EF4-FFF2-40B4-BE49-F238E27FC236}">
                <a16:creationId xmlns:a16="http://schemas.microsoft.com/office/drawing/2014/main" id="{03DE60CF-BBE6-7E14-1C24-4933D1B1E376}"/>
              </a:ext>
            </a:extLst>
          </p:cNvPr>
          <p:cNvCxnSpPr>
            <a:cxnSpLocks/>
          </p:cNvCxnSpPr>
          <p:nvPr/>
        </p:nvCxnSpPr>
        <p:spPr>
          <a:xfrm>
            <a:off x="1847259" y="2954243"/>
            <a:ext cx="2204546" cy="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mc:AlternateContent xmlns:mc="http://schemas.openxmlformats.org/markup-compatibility/2006" xmlns:a14="http://schemas.microsoft.com/office/drawing/2010/main">
        <mc:Choice Requires="a14">
          <p:graphicFrame>
            <p:nvGraphicFramePr>
              <p:cNvPr id="109" name="Table 108">
                <a:extLst>
                  <a:ext uri="{FF2B5EF4-FFF2-40B4-BE49-F238E27FC236}">
                    <a16:creationId xmlns:a16="http://schemas.microsoft.com/office/drawing/2014/main" id="{CCDF919F-9778-7823-9C28-FC7E7D7FF546}"/>
                  </a:ext>
                </a:extLst>
              </p:cNvPr>
              <p:cNvGraphicFramePr>
                <a:graphicFrameLocks noGrp="1"/>
              </p:cNvGraphicFramePr>
              <p:nvPr>
                <p:extLst>
                  <p:ext uri="{D42A27DB-BD31-4B8C-83A1-F6EECF244321}">
                    <p14:modId xmlns:p14="http://schemas.microsoft.com/office/powerpoint/2010/main" val="3970959109"/>
                  </p:ext>
                </p:extLst>
              </p:nvPr>
            </p:nvGraphicFramePr>
            <p:xfrm>
              <a:off x="7088634" y="2088437"/>
              <a:ext cx="3938851" cy="3358130"/>
            </p:xfrm>
            <a:graphic>
              <a:graphicData uri="http://schemas.openxmlformats.org/drawingml/2006/table">
                <a:tbl>
                  <a:tblPr firstRow="1" bandRow="1">
                    <a:tableStyleId>{1855C301-2E48-4616-92C6-8471D0A9830A}</a:tableStyleId>
                  </a:tblPr>
                  <a:tblGrid>
                    <a:gridCol w="1045778">
                      <a:extLst>
                        <a:ext uri="{9D8B030D-6E8A-4147-A177-3AD203B41FA5}">
                          <a16:colId xmlns:a16="http://schemas.microsoft.com/office/drawing/2014/main" val="3081288802"/>
                        </a:ext>
                      </a:extLst>
                    </a:gridCol>
                    <a:gridCol w="1045778">
                      <a:extLst>
                        <a:ext uri="{9D8B030D-6E8A-4147-A177-3AD203B41FA5}">
                          <a16:colId xmlns:a16="http://schemas.microsoft.com/office/drawing/2014/main" val="1993531363"/>
                        </a:ext>
                      </a:extLst>
                    </a:gridCol>
                    <a:gridCol w="882937">
                      <a:extLst>
                        <a:ext uri="{9D8B030D-6E8A-4147-A177-3AD203B41FA5}">
                          <a16:colId xmlns:a16="http://schemas.microsoft.com/office/drawing/2014/main" val="13692491"/>
                        </a:ext>
                      </a:extLst>
                    </a:gridCol>
                    <a:gridCol w="964358">
                      <a:extLst>
                        <a:ext uri="{9D8B030D-6E8A-4147-A177-3AD203B41FA5}">
                          <a16:colId xmlns:a16="http://schemas.microsoft.com/office/drawing/2014/main" val="2080963811"/>
                        </a:ext>
                      </a:extLst>
                    </a:gridCol>
                  </a:tblGrid>
                  <a:tr h="250990">
                    <a:tc>
                      <a:txBody>
                        <a:bodyPr/>
                        <a:lstStyle/>
                        <a:p>
                          <a:pPr algn="ctr"/>
                          <a:r>
                            <a:rPr lang="en-US" dirty="0"/>
                            <a:t>Metric</a:t>
                          </a:r>
                        </a:p>
                      </a:txBody>
                      <a:tcPr marL="45720" marR="45720" anchor="ctr"/>
                    </a:tc>
                    <a:tc>
                      <a:txBody>
                        <a:bodyPr/>
                        <a:lstStyle/>
                        <a:p>
                          <a:pPr algn="ctr"/>
                          <a:r>
                            <a:rPr lang="en-US" dirty="0"/>
                            <a:t>Symbol</a:t>
                          </a:r>
                        </a:p>
                      </a:txBody>
                      <a:tcPr marL="45720" marR="45720" anchor="ctr"/>
                    </a:tc>
                    <a:tc>
                      <a:txBody>
                        <a:bodyPr/>
                        <a:lstStyle/>
                        <a:p>
                          <a:pPr algn="ctr"/>
                          <a:r>
                            <a:rPr lang="en-US" dirty="0"/>
                            <a:t>t=0</a:t>
                          </a:r>
                        </a:p>
                      </a:txBody>
                      <a:tcPr marL="45720" marR="45720" anchor="ctr"/>
                    </a:tc>
                    <a:tc>
                      <a:txBody>
                        <a:bodyPr/>
                        <a:lstStyle/>
                        <a:p>
                          <a:pPr algn="ctr"/>
                          <a:r>
                            <a:rPr lang="en-US" dirty="0"/>
                            <a:t>t=1</a:t>
                          </a:r>
                        </a:p>
                      </a:txBody>
                      <a:tcPr marL="45720" marR="45720" anchor="ctr"/>
                    </a:tc>
                    <a:extLst>
                      <a:ext uri="{0D108BD9-81ED-4DB2-BD59-A6C34878D82A}">
                        <a16:rowId xmlns:a16="http://schemas.microsoft.com/office/drawing/2014/main" val="864709899"/>
                      </a:ext>
                    </a:extLst>
                  </a:tr>
                  <a:tr h="250990">
                    <a:tc>
                      <a:txBody>
                        <a:bodyPr/>
                        <a:lstStyle/>
                        <a:p>
                          <a:pPr algn="ctr"/>
                          <a:r>
                            <a:rPr lang="en-US" dirty="0"/>
                            <a:t>Notional</a:t>
                          </a:r>
                        </a:p>
                      </a:txBody>
                      <a:tcPr marL="45720" marR="45720" anchor="ctr"/>
                    </a:tc>
                    <a:tc>
                      <a:txBody>
                        <a:bodyPr/>
                        <a:lstStyle/>
                        <a:p>
                          <a:pPr algn="ctr"/>
                          <a14:m>
                            <m:oMathPara xmlns:m="http://schemas.openxmlformats.org/officeDocument/2006/math">
                              <m:oMathParaPr>
                                <m:jc m:val="centerGroup"/>
                              </m:oMathParaPr>
                              <m:oMath xmlns:m="http://schemas.openxmlformats.org/officeDocument/2006/math">
                                <m:sSup>
                                  <m:sSupPr>
                                    <m:ctrlPr>
                                      <a:rPr lang="en-US" sz="1200" b="0" i="1" smtClean="0">
                                        <a:latin typeface="Cambria Math" panose="02040503050406030204" pitchFamily="18" charset="0"/>
                                      </a:rPr>
                                    </m:ctrlPr>
                                  </m:sSupPr>
                                  <m:e>
                                    <m:r>
                                      <a:rPr lang="en-US" sz="1200" b="0" i="1" smtClean="0">
                                        <a:latin typeface="Cambria Math" panose="02040503050406030204" pitchFamily="18" charset="0"/>
                                      </a:rPr>
                                      <m:t>𝑁</m:t>
                                    </m:r>
                                  </m:e>
                                  <m:sup>
                                    <m:r>
                                      <a:rPr lang="en-US" sz="1200" b="0" i="1" smtClean="0">
                                        <a:latin typeface="Cambria Math" panose="02040503050406030204" pitchFamily="18" charset="0"/>
                                      </a:rPr>
                                      <m:t>𝑈𝑆𝐷</m:t>
                                    </m:r>
                                  </m:sup>
                                </m:sSup>
                              </m:oMath>
                            </m:oMathPara>
                          </a14:m>
                          <a:endParaRPr lang="en-US" dirty="0"/>
                        </a:p>
                      </a:txBody>
                      <a:tcPr marL="45720" marR="45720" anchor="ctr"/>
                    </a:tc>
                    <a:tc>
                      <a:txBody>
                        <a:bodyPr/>
                        <a:lstStyle/>
                        <a:p>
                          <a:pPr algn="ctr"/>
                          <a:r>
                            <a:rPr lang="en-US" dirty="0"/>
                            <a:t>$100</a:t>
                          </a:r>
                        </a:p>
                      </a:txBody>
                      <a:tcPr marL="45720" marR="45720" anchor="ctr"/>
                    </a:tc>
                    <a:tc>
                      <a:txBody>
                        <a:bodyPr/>
                        <a:lstStyle/>
                        <a:p>
                          <a:pPr algn="ctr"/>
                          <a:r>
                            <a:rPr lang="en-US" dirty="0"/>
                            <a:t>$100</a:t>
                          </a:r>
                        </a:p>
                      </a:txBody>
                      <a:tcPr marL="45720" marR="45720" anchor="ctr"/>
                    </a:tc>
                    <a:extLst>
                      <a:ext uri="{0D108BD9-81ED-4DB2-BD59-A6C34878D82A}">
                        <a16:rowId xmlns:a16="http://schemas.microsoft.com/office/drawing/2014/main" val="2567287641"/>
                      </a:ext>
                    </a:extLst>
                  </a:tr>
                  <a:tr h="250990">
                    <a:tc>
                      <a:txBody>
                        <a:bodyPr/>
                        <a:lstStyle/>
                        <a:p>
                          <a:pPr algn="ctr"/>
                          <a:r>
                            <a:rPr lang="en-US" dirty="0"/>
                            <a:t>Eq. Price</a:t>
                          </a:r>
                        </a:p>
                      </a:txBody>
                      <a:tcPr marL="45720" marR="45720" anchor="ctr"/>
                    </a:tc>
                    <a:tc>
                      <a:txBody>
                        <a:bodyPr/>
                        <a:lstStyle/>
                        <a:p>
                          <a:pPr algn="ctr"/>
                          <a14:m>
                            <m:oMathPara xmlns:m="http://schemas.openxmlformats.org/officeDocument/2006/math">
                              <m:oMathParaPr>
                                <m:jc m:val="centerGroup"/>
                              </m:oMathParaPr>
                              <m:oMath xmlns:m="http://schemas.openxmlformats.org/officeDocument/2006/math">
                                <m:sSup>
                                  <m:sSupPr>
                                    <m:ctrlPr>
                                      <a:rPr lang="en-US" sz="1200" b="0" i="1" smtClean="0">
                                        <a:latin typeface="Cambria Math" panose="02040503050406030204" pitchFamily="18" charset="0"/>
                                      </a:rPr>
                                    </m:ctrlPr>
                                  </m:sSupPr>
                                  <m:e>
                                    <m:r>
                                      <a:rPr lang="en-US" sz="1200" b="0" i="1" smtClean="0">
                                        <a:latin typeface="Cambria Math" panose="02040503050406030204" pitchFamily="18" charset="0"/>
                                      </a:rPr>
                                      <m:t>𝑃</m:t>
                                    </m:r>
                                  </m:e>
                                  <m:sup>
                                    <m:r>
                                      <a:rPr lang="en-US" sz="1200" b="0" i="1" smtClean="0">
                                        <a:latin typeface="Cambria Math" panose="02040503050406030204" pitchFamily="18" charset="0"/>
                                      </a:rPr>
                                      <m:t>𝑈𝑆𝐷</m:t>
                                    </m:r>
                                  </m:sup>
                                </m:sSup>
                              </m:oMath>
                            </m:oMathPara>
                          </a14:m>
                          <a:endParaRPr lang="en-US" dirty="0"/>
                        </a:p>
                      </a:txBody>
                      <a:tcPr marL="45720" marR="45720" anchor="ctr"/>
                    </a:tc>
                    <a:tc>
                      <a:txBody>
                        <a:bodyPr/>
                        <a:lstStyle/>
                        <a:p>
                          <a:pPr algn="ctr"/>
                          <a:r>
                            <a:rPr lang="en-US" dirty="0"/>
                            <a:t>$10</a:t>
                          </a:r>
                        </a:p>
                      </a:txBody>
                      <a:tcPr marL="45720" marR="45720" anchor="ctr"/>
                    </a:tc>
                    <a:tc>
                      <a:txBody>
                        <a:bodyPr/>
                        <a:lstStyle/>
                        <a:p>
                          <a:pPr algn="ctr"/>
                          <a:r>
                            <a:rPr lang="en-US" dirty="0"/>
                            <a:t>$11</a:t>
                          </a:r>
                        </a:p>
                      </a:txBody>
                      <a:tcPr marL="45720" marR="45720" anchor="ctr"/>
                    </a:tc>
                    <a:extLst>
                      <a:ext uri="{0D108BD9-81ED-4DB2-BD59-A6C34878D82A}">
                        <a16:rowId xmlns:a16="http://schemas.microsoft.com/office/drawing/2014/main" val="1582921570"/>
                      </a:ext>
                    </a:extLst>
                  </a:tr>
                  <a:tr h="250990">
                    <a:tc>
                      <a:txBody>
                        <a:bodyPr/>
                        <a:lstStyle/>
                        <a:p>
                          <a:pPr algn="ctr"/>
                          <a:r>
                            <a:rPr lang="en-US" dirty="0"/>
                            <a:t>Shares</a:t>
                          </a:r>
                        </a:p>
                      </a:txBody>
                      <a:tcPr marL="45720" marR="45720" anchor="ctr">
                        <a:lnB w="3175">
                          <a:noFill/>
                        </a:lnB>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𝑍</m:t>
                                </m:r>
                              </m:oMath>
                            </m:oMathPara>
                          </a14:m>
                          <a:endParaRPr lang="en-US" dirty="0"/>
                        </a:p>
                      </a:txBody>
                      <a:tcPr marL="45720" marR="45720" anchor="ctr">
                        <a:lnB w="3175">
                          <a:noFill/>
                        </a:lnB>
                      </a:tcPr>
                    </a:tc>
                    <a:tc>
                      <a:txBody>
                        <a:bodyPr/>
                        <a:lstStyle/>
                        <a:p>
                          <a:pPr algn="ctr"/>
                          <a:r>
                            <a:rPr lang="en-US" dirty="0"/>
                            <a:t>10</a:t>
                          </a:r>
                        </a:p>
                      </a:txBody>
                      <a:tcPr marL="45720" marR="45720" anchor="ctr">
                        <a:lnB w="3175">
                          <a:noFill/>
                        </a:lnB>
                      </a:tcPr>
                    </a:tc>
                    <a:tc>
                      <a:txBody>
                        <a:bodyPr/>
                        <a:lstStyle/>
                        <a:p>
                          <a:pPr algn="ctr"/>
                          <a:r>
                            <a:rPr lang="en-US" dirty="0"/>
                            <a:t>10</a:t>
                          </a:r>
                        </a:p>
                      </a:txBody>
                      <a:tcPr marL="45720" marR="45720" anchor="ctr">
                        <a:lnB w="3175">
                          <a:noFill/>
                        </a:lnB>
                      </a:tcPr>
                    </a:tc>
                    <a:extLst>
                      <a:ext uri="{0D108BD9-81ED-4DB2-BD59-A6C34878D82A}">
                        <a16:rowId xmlns:a16="http://schemas.microsoft.com/office/drawing/2014/main" val="2778286489"/>
                      </a:ext>
                    </a:extLst>
                  </a:tr>
                  <a:tr h="250990">
                    <a:tc>
                      <a:txBody>
                        <a:bodyPr/>
                        <a:lstStyle/>
                        <a:p>
                          <a:pPr algn="ctr"/>
                          <a:endParaRPr lang="en-US" dirty="0"/>
                        </a:p>
                      </a:txBody>
                      <a:tcPr marL="45720" marR="45720" anchor="ctr">
                        <a:lnL>
                          <a:noFill/>
                        </a:lnL>
                        <a:lnR>
                          <a:noFill/>
                        </a:lnR>
                        <a:lnT w="3175">
                          <a:noFill/>
                        </a:lnT>
                        <a:lnB w="3175">
                          <a:noFill/>
                        </a:lnB>
                        <a:lnTlToBr w="12700" cmpd="sng">
                          <a:noFill/>
                          <a:prstDash val="solid"/>
                        </a:lnTlToBr>
                        <a:lnBlToTr w="12700" cmpd="sng">
                          <a:noFill/>
                          <a:prstDash val="solid"/>
                        </a:lnBlToTr>
                        <a:solidFill>
                          <a:schemeClr val="tx1"/>
                        </a:solidFill>
                      </a:tcPr>
                    </a:tc>
                    <a:tc>
                      <a:txBody>
                        <a:bodyPr/>
                        <a:lstStyle/>
                        <a:p>
                          <a:pPr algn="ctr"/>
                          <a:endParaRPr lang="en-US" dirty="0"/>
                        </a:p>
                      </a:txBody>
                      <a:tcPr marL="45720" marR="45720" anchor="ctr">
                        <a:lnL>
                          <a:noFill/>
                        </a:lnL>
                        <a:lnR>
                          <a:noFill/>
                        </a:lnR>
                        <a:lnT w="3175">
                          <a:noFill/>
                        </a:lnT>
                        <a:lnB w="3175">
                          <a:noFill/>
                        </a:lnB>
                        <a:lnTlToBr w="12700" cmpd="sng">
                          <a:noFill/>
                          <a:prstDash val="solid"/>
                        </a:lnTlToBr>
                        <a:lnBlToTr w="12700" cmpd="sng">
                          <a:noFill/>
                          <a:prstDash val="solid"/>
                        </a:lnBlToTr>
                        <a:solidFill>
                          <a:schemeClr val="tx1"/>
                        </a:solidFill>
                      </a:tcPr>
                    </a:tc>
                    <a:tc>
                      <a:txBody>
                        <a:bodyPr/>
                        <a:lstStyle/>
                        <a:p>
                          <a:pPr algn="ctr"/>
                          <a:endParaRPr lang="en-US" dirty="0"/>
                        </a:p>
                      </a:txBody>
                      <a:tcPr marL="45720" marR="45720" anchor="ctr">
                        <a:lnL>
                          <a:noFill/>
                        </a:lnL>
                        <a:lnR>
                          <a:noFill/>
                        </a:lnR>
                        <a:lnT w="3175">
                          <a:noFill/>
                        </a:lnT>
                        <a:lnB w="3175">
                          <a:noFill/>
                        </a:lnB>
                        <a:lnTlToBr w="12700" cmpd="sng">
                          <a:noFill/>
                          <a:prstDash val="solid"/>
                        </a:lnTlToBr>
                        <a:lnBlToTr w="12700" cmpd="sng">
                          <a:noFill/>
                          <a:prstDash val="solid"/>
                        </a:lnBlToTr>
                        <a:solidFill>
                          <a:schemeClr val="tx1"/>
                        </a:solidFill>
                      </a:tcPr>
                    </a:tc>
                    <a:tc>
                      <a:txBody>
                        <a:bodyPr/>
                        <a:lstStyle/>
                        <a:p>
                          <a:pPr algn="ctr"/>
                          <a:endParaRPr lang="en-US" dirty="0"/>
                        </a:p>
                      </a:txBody>
                      <a:tcPr marL="45720" marR="45720" anchor="ctr">
                        <a:lnL>
                          <a:noFill/>
                        </a:lnL>
                        <a:lnR>
                          <a:noFill/>
                        </a:lnR>
                        <a:lnT w="3175">
                          <a:noFill/>
                        </a:lnT>
                        <a:lnB w="3175">
                          <a:noFill/>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2308571142"/>
                      </a:ext>
                    </a:extLst>
                  </a:tr>
                  <a:tr h="70510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Equity Market Value in USD</a:t>
                          </a:r>
                        </a:p>
                      </a:txBody>
                      <a:tcPr marL="45720" marR="45720" anchor="ctr">
                        <a:lnT w="3175">
                          <a:noFill/>
                        </a:lnT>
                      </a:tcPr>
                    </a:tc>
                    <a:tc>
                      <a:txBody>
                        <a:bodyPr/>
                        <a:lstStyle/>
                        <a:p>
                          <a:pPr algn="ctr">
                            <a:lnSpc>
                              <a:spcPct val="100000"/>
                            </a:lnSpc>
                          </a:pPr>
                          <a14:m>
                            <m:oMath xmlns:m="http://schemas.openxmlformats.org/officeDocument/2006/math">
                              <m:sSubSup>
                                <m:sSubSupPr>
                                  <m:ctrlPr>
                                    <a:rPr lang="en-US" sz="1200" i="1" smtClean="0">
                                      <a:latin typeface="Cambria Math" panose="02040503050406030204" pitchFamily="18" charset="0"/>
                                    </a:rPr>
                                  </m:ctrlPr>
                                </m:sSubSupPr>
                                <m:e>
                                  <m:r>
                                    <a:rPr lang="en-US" sz="1200" i="1">
                                      <a:latin typeface="Cambria Math" panose="02040503050406030204" pitchFamily="18" charset="0"/>
                                    </a:rPr>
                                    <m:t>𝑁</m:t>
                                  </m:r>
                                </m:e>
                                <m:sub>
                                  <m:r>
                                    <a:rPr lang="en-US" sz="1200" i="1">
                                      <a:latin typeface="Cambria Math" panose="02040503050406030204" pitchFamily="18" charset="0"/>
                                    </a:rPr>
                                    <m:t>0</m:t>
                                  </m:r>
                                </m:sub>
                                <m:sup>
                                  <m:r>
                                    <a:rPr lang="en-US" sz="1200" i="1">
                                      <a:latin typeface="Cambria Math" panose="02040503050406030204" pitchFamily="18" charset="0"/>
                                    </a:rPr>
                                    <m:t>𝑈𝑆𝐷</m:t>
                                  </m:r>
                                </m:sup>
                              </m:sSubSup>
                              <m:r>
                                <m:rPr>
                                  <m:nor/>
                                </m:rPr>
                                <a:rPr lang="en-US" sz="1200" dirty="0"/>
                                <m:t> </m:t>
                              </m:r>
                              <m:r>
                                <m:rPr>
                                  <m:nor/>
                                </m:rPr>
                                <a:rPr lang="en-US" sz="1200" dirty="0"/>
                                <m:t>X</m:t>
                              </m:r>
                            </m:oMath>
                          </a14:m>
                          <a:r>
                            <a:rPr lang="en-US" sz="1200" dirty="0"/>
                            <a:t> </a:t>
                          </a:r>
                          <a14:m>
                            <m:oMath xmlns:m="http://schemas.openxmlformats.org/officeDocument/2006/math">
                              <m:r>
                                <a:rPr lang="en-US" sz="1200" b="0" i="1" smtClean="0">
                                  <a:latin typeface="Cambria Math" panose="02040503050406030204" pitchFamily="18" charset="0"/>
                                </a:rPr>
                                <m:t>(</m:t>
                              </m:r>
                              <m:f>
                                <m:fPr>
                                  <m:ctrlPr>
                                    <a:rPr lang="en-US" sz="1200" i="1">
                                      <a:latin typeface="Cambria Math" panose="02040503050406030204" pitchFamily="18" charset="0"/>
                                    </a:rPr>
                                  </m:ctrlPr>
                                </m:fPr>
                                <m:num>
                                  <m:sSubSup>
                                    <m:sSubSupPr>
                                      <m:ctrlPr>
                                        <a:rPr lang="en-US" sz="1200" i="1">
                                          <a:latin typeface="Cambria Math" panose="02040503050406030204" pitchFamily="18" charset="0"/>
                                        </a:rPr>
                                      </m:ctrlPr>
                                    </m:sSubSupPr>
                                    <m:e>
                                      <m:r>
                                        <a:rPr lang="en-US" sz="1200" i="1">
                                          <a:latin typeface="Cambria Math" panose="02040503050406030204" pitchFamily="18" charset="0"/>
                                        </a:rPr>
                                        <m:t>𝑃</m:t>
                                      </m:r>
                                    </m:e>
                                    <m:sub>
                                      <m:r>
                                        <a:rPr lang="en-US" sz="1200" i="1">
                                          <a:latin typeface="Cambria Math" panose="02040503050406030204" pitchFamily="18" charset="0"/>
                                        </a:rPr>
                                        <m:t>1</m:t>
                                      </m:r>
                                    </m:sub>
                                    <m:sup>
                                      <m:r>
                                        <a:rPr lang="en-US" sz="1200" b="0" i="1" smtClean="0">
                                          <a:latin typeface="Cambria Math" panose="02040503050406030204" pitchFamily="18" charset="0"/>
                                        </a:rPr>
                                        <m:t>𝑈𝑆𝐷</m:t>
                                      </m:r>
                                    </m:sup>
                                  </m:sSubSup>
                                </m:num>
                                <m:den>
                                  <m:sSubSup>
                                    <m:sSubSupPr>
                                      <m:ctrlPr>
                                        <a:rPr lang="en-US" sz="1200" i="1">
                                          <a:latin typeface="Cambria Math" panose="02040503050406030204" pitchFamily="18" charset="0"/>
                                        </a:rPr>
                                      </m:ctrlPr>
                                    </m:sSubSupPr>
                                    <m:e>
                                      <m:r>
                                        <a:rPr lang="en-US" sz="1200" i="1">
                                          <a:latin typeface="Cambria Math" panose="02040503050406030204" pitchFamily="18" charset="0"/>
                                        </a:rPr>
                                        <m:t>𝑃</m:t>
                                      </m:r>
                                    </m:e>
                                    <m:sub>
                                      <m:r>
                                        <a:rPr lang="en-US" sz="1200" i="1">
                                          <a:latin typeface="Cambria Math" panose="02040503050406030204" pitchFamily="18" charset="0"/>
                                        </a:rPr>
                                        <m:t>0</m:t>
                                      </m:r>
                                    </m:sub>
                                    <m:sup>
                                      <m:r>
                                        <a:rPr lang="en-US" sz="1200" b="0" i="1" smtClean="0">
                                          <a:latin typeface="Cambria Math" panose="02040503050406030204" pitchFamily="18" charset="0"/>
                                        </a:rPr>
                                        <m:t>𝑈𝑆𝐷</m:t>
                                      </m:r>
                                    </m:sup>
                                  </m:sSubSup>
                                </m:den>
                              </m:f>
                              <m:r>
                                <a:rPr lang="en-US" sz="1200" b="0" i="1" smtClean="0">
                                  <a:latin typeface="Cambria Math" panose="02040503050406030204" pitchFamily="18" charset="0"/>
                                </a:rPr>
                                <m:t>)</m:t>
                              </m:r>
                            </m:oMath>
                          </a14:m>
                          <a:endParaRPr lang="en-US" dirty="0"/>
                        </a:p>
                      </a:txBody>
                      <a:tcPr marL="45720" marR="45720" anchor="ctr">
                        <a:lnT w="3175">
                          <a:noFill/>
                        </a:lnT>
                      </a:tcPr>
                    </a:tc>
                    <a:tc>
                      <a:txBody>
                        <a:bodyPr/>
                        <a:lstStyle/>
                        <a:p>
                          <a:pPr algn="ctr"/>
                          <a:r>
                            <a:rPr lang="en-US" dirty="0"/>
                            <a:t>$100</a:t>
                          </a:r>
                        </a:p>
                      </a:txBody>
                      <a:tcPr marL="45720" marR="45720" anchor="ctr">
                        <a:lnT w="3175">
                          <a:noFill/>
                        </a:lnT>
                      </a:tcPr>
                    </a:tc>
                    <a:tc>
                      <a:txBody>
                        <a:bodyPr/>
                        <a:lstStyle/>
                        <a:p>
                          <a:pPr algn="ctr"/>
                          <a:r>
                            <a:rPr lang="en-US" dirty="0"/>
                            <a:t>$100 X (11/10)= </a:t>
                          </a:r>
                        </a:p>
                        <a:p>
                          <a:pPr algn="ctr"/>
                          <a:r>
                            <a:rPr lang="en-US" dirty="0"/>
                            <a:t>$ 110</a:t>
                          </a:r>
                        </a:p>
                      </a:txBody>
                      <a:tcPr marL="45720" marR="45720" anchor="ctr">
                        <a:lnT w="3175">
                          <a:noFill/>
                        </a:lnT>
                      </a:tcPr>
                    </a:tc>
                    <a:extLst>
                      <a:ext uri="{0D108BD9-81ED-4DB2-BD59-A6C34878D82A}">
                        <a16:rowId xmlns:a16="http://schemas.microsoft.com/office/drawing/2014/main" val="3040408533"/>
                      </a:ext>
                    </a:extLst>
                  </a:tr>
                  <a:tr h="250990">
                    <a:tc>
                      <a:txBody>
                        <a:bodyPr/>
                        <a:lstStyle/>
                        <a:p>
                          <a:pPr algn="ctr"/>
                          <a:r>
                            <a:rPr lang="en-US" dirty="0"/>
                            <a:t>CLGM sends to TRS Counterparty</a:t>
                          </a:r>
                        </a:p>
                      </a:txBody>
                      <a:tcPr marL="45720" marR="4572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sSubSup>
                                <m:sSubSupPr>
                                  <m:ctrlPr>
                                    <a:rPr lang="en-US" sz="1200" i="1" smtClean="0">
                                      <a:latin typeface="Cambria Math" panose="02040503050406030204" pitchFamily="18" charset="0"/>
                                    </a:rPr>
                                  </m:ctrlPr>
                                </m:sSubSupPr>
                                <m:e>
                                  <m:r>
                                    <a:rPr lang="en-US" sz="1200" i="1">
                                      <a:latin typeface="Cambria Math" panose="02040503050406030204" pitchFamily="18" charset="0"/>
                                    </a:rPr>
                                    <m:t>𝑁</m:t>
                                  </m:r>
                                </m:e>
                                <m:sub>
                                  <m:r>
                                    <a:rPr lang="en-US" sz="1200" i="1">
                                      <a:latin typeface="Cambria Math" panose="02040503050406030204" pitchFamily="18" charset="0"/>
                                    </a:rPr>
                                    <m:t>0</m:t>
                                  </m:r>
                                </m:sub>
                                <m:sup>
                                  <m:r>
                                    <a:rPr lang="en-US" sz="1200" i="1">
                                      <a:latin typeface="Cambria Math" panose="02040503050406030204" pitchFamily="18" charset="0"/>
                                    </a:rPr>
                                    <m:t>𝑈𝑆𝐷</m:t>
                                  </m:r>
                                </m:sup>
                              </m:sSubSup>
                              <m:r>
                                <m:rPr>
                                  <m:nor/>
                                </m:rPr>
                                <a:rPr lang="en-US" sz="1200" dirty="0"/>
                                <m:t> </m:t>
                              </m:r>
                              <m:r>
                                <m:rPr>
                                  <m:nor/>
                                </m:rPr>
                                <a:rPr lang="en-US" sz="1200" dirty="0"/>
                                <m:t>X</m:t>
                              </m:r>
                            </m:oMath>
                          </a14:m>
                          <a:r>
                            <a:rPr lang="en-US" sz="1200" dirty="0"/>
                            <a:t> </a:t>
                          </a:r>
                          <a14:m>
                            <m:oMath xmlns:m="http://schemas.openxmlformats.org/officeDocument/2006/math">
                              <m:r>
                                <a:rPr lang="en-US" sz="1200" b="0" i="1" smtClean="0">
                                  <a:latin typeface="Cambria Math" panose="02040503050406030204" pitchFamily="18" charset="0"/>
                                </a:rPr>
                                <m:t>(</m:t>
                              </m:r>
                              <m:f>
                                <m:fPr>
                                  <m:ctrlPr>
                                    <a:rPr lang="en-US" sz="1200" i="1">
                                      <a:latin typeface="Cambria Math" panose="02040503050406030204" pitchFamily="18" charset="0"/>
                                    </a:rPr>
                                  </m:ctrlPr>
                                </m:fPr>
                                <m:num>
                                  <m:sSubSup>
                                    <m:sSubSupPr>
                                      <m:ctrlPr>
                                        <a:rPr lang="en-US" sz="1200" i="1">
                                          <a:latin typeface="Cambria Math" panose="02040503050406030204" pitchFamily="18" charset="0"/>
                                        </a:rPr>
                                      </m:ctrlPr>
                                    </m:sSubSupPr>
                                    <m:e>
                                      <m:r>
                                        <a:rPr lang="en-US" sz="1200" i="1">
                                          <a:latin typeface="Cambria Math" panose="02040503050406030204" pitchFamily="18" charset="0"/>
                                        </a:rPr>
                                        <m:t>𝑃</m:t>
                                      </m:r>
                                    </m:e>
                                    <m:sub>
                                      <m:r>
                                        <a:rPr lang="en-US" sz="1200" i="1">
                                          <a:latin typeface="Cambria Math" panose="02040503050406030204" pitchFamily="18" charset="0"/>
                                        </a:rPr>
                                        <m:t>1</m:t>
                                      </m:r>
                                    </m:sub>
                                    <m:sup>
                                      <m:r>
                                        <a:rPr lang="en-US" sz="1200" b="0" i="1" smtClean="0">
                                          <a:latin typeface="Cambria Math" panose="02040503050406030204" pitchFamily="18" charset="0"/>
                                        </a:rPr>
                                        <m:t>𝑈𝑆𝐷</m:t>
                                      </m:r>
                                    </m:sup>
                                  </m:sSubSup>
                                </m:num>
                                <m:den>
                                  <m:sSubSup>
                                    <m:sSubSupPr>
                                      <m:ctrlPr>
                                        <a:rPr lang="en-US" sz="1200" i="1">
                                          <a:latin typeface="Cambria Math" panose="02040503050406030204" pitchFamily="18" charset="0"/>
                                        </a:rPr>
                                      </m:ctrlPr>
                                    </m:sSubSupPr>
                                    <m:e>
                                      <m:r>
                                        <a:rPr lang="en-US" sz="1200" i="1">
                                          <a:latin typeface="Cambria Math" panose="02040503050406030204" pitchFamily="18" charset="0"/>
                                        </a:rPr>
                                        <m:t>𝑃</m:t>
                                      </m:r>
                                    </m:e>
                                    <m:sub>
                                      <m:r>
                                        <a:rPr lang="en-US" sz="1200" i="1">
                                          <a:latin typeface="Cambria Math" panose="02040503050406030204" pitchFamily="18" charset="0"/>
                                        </a:rPr>
                                        <m:t>0</m:t>
                                      </m:r>
                                    </m:sub>
                                    <m:sup>
                                      <m:r>
                                        <a:rPr lang="en-US" sz="1200" b="0" i="1" smtClean="0">
                                          <a:latin typeface="Cambria Math" panose="02040503050406030204" pitchFamily="18" charset="0"/>
                                        </a:rPr>
                                        <m:t>𝑈𝑆𝐷</m:t>
                                      </m:r>
                                    </m:sup>
                                  </m:sSubSup>
                                </m:den>
                              </m:f>
                              <m:r>
                                <a:rPr lang="en-US" sz="1200" b="0" i="1" smtClean="0">
                                  <a:latin typeface="Cambria Math" panose="02040503050406030204" pitchFamily="18" charset="0"/>
                                </a:rPr>
                                <m:t>)</m:t>
                              </m:r>
                            </m:oMath>
                          </a14:m>
                          <a:endParaRPr lang="en-US" sz="1200" dirty="0"/>
                        </a:p>
                      </a:txBody>
                      <a:tcPr marL="45720" marR="45720" anchor="ctr"/>
                    </a:tc>
                    <a:tc>
                      <a:txBody>
                        <a:bodyPr/>
                        <a:lstStyle/>
                        <a:p>
                          <a:pPr algn="ctr"/>
                          <a:r>
                            <a:rPr lang="en-US" dirty="0"/>
                            <a:t>-</a:t>
                          </a:r>
                        </a:p>
                      </a:txBody>
                      <a:tcPr marL="45720" marR="45720" anchor="ctr"/>
                    </a:tc>
                    <a:tc>
                      <a:txBody>
                        <a:bodyPr/>
                        <a:lstStyle/>
                        <a:p>
                          <a:pPr algn="ctr"/>
                          <a:r>
                            <a:rPr lang="en-US" dirty="0"/>
                            <a:t>$100 X (11/10)= </a:t>
                          </a:r>
                        </a:p>
                        <a:p>
                          <a:pPr algn="ctr"/>
                          <a:r>
                            <a:rPr lang="en-US" dirty="0"/>
                            <a:t>$ 110</a:t>
                          </a:r>
                        </a:p>
                      </a:txBody>
                      <a:tcPr marL="45720" marR="45720" anchor="ctr"/>
                    </a:tc>
                    <a:extLst>
                      <a:ext uri="{0D108BD9-81ED-4DB2-BD59-A6C34878D82A}">
                        <a16:rowId xmlns:a16="http://schemas.microsoft.com/office/drawing/2014/main" val="2977396812"/>
                      </a:ext>
                    </a:extLst>
                  </a:tr>
                  <a:tr h="250990">
                    <a:tc>
                      <a:txBody>
                        <a:bodyPr/>
                        <a:lstStyle/>
                        <a:p>
                          <a:pPr algn="ctr"/>
                          <a:r>
                            <a:rPr lang="en-US" dirty="0"/>
                            <a:t>CLGM gets from TRS Counterparty</a:t>
                          </a:r>
                        </a:p>
                      </a:txBody>
                      <a:tcPr marL="45720" marR="4572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lang="en-US" sz="1200" i="1" smtClean="0">
                                        <a:latin typeface="Cambria Math" panose="02040503050406030204" pitchFamily="18" charset="0"/>
                                      </a:rPr>
                                    </m:ctrlPr>
                                  </m:sSubSupPr>
                                  <m:e>
                                    <m:r>
                                      <a:rPr lang="en-US" sz="1200" i="1">
                                        <a:latin typeface="Cambria Math" panose="02040503050406030204" pitchFamily="18" charset="0"/>
                                      </a:rPr>
                                      <m:t>𝑁</m:t>
                                    </m:r>
                                  </m:e>
                                  <m:sub>
                                    <m:r>
                                      <a:rPr lang="en-US" sz="1200" i="1">
                                        <a:latin typeface="Cambria Math" panose="02040503050406030204" pitchFamily="18" charset="0"/>
                                      </a:rPr>
                                      <m:t>0</m:t>
                                    </m:r>
                                  </m:sub>
                                  <m:sup>
                                    <m:r>
                                      <a:rPr lang="en-US" sz="1200" i="1">
                                        <a:latin typeface="Cambria Math" panose="02040503050406030204" pitchFamily="18" charset="0"/>
                                      </a:rPr>
                                      <m:t>𝑈𝑆𝐷</m:t>
                                    </m:r>
                                  </m:sup>
                                </m:sSubSup>
                                <m:r>
                                  <a:rPr lang="en-US" sz="1200" b="0" i="1" smtClean="0">
                                    <a:latin typeface="Cambria Math" panose="02040503050406030204" pitchFamily="18" charset="0"/>
                                  </a:rPr>
                                  <m:t>+</m:t>
                                </m:r>
                                <m:sSub>
                                  <m:sSubPr>
                                    <m:ctrlPr>
                                      <a:rPr lang="en-US" sz="1200" i="1">
                                        <a:latin typeface="Cambria Math" panose="02040503050406030204" pitchFamily="18" charset="0"/>
                                      </a:rPr>
                                    </m:ctrlPr>
                                  </m:sSubPr>
                                  <m:e>
                                    <m:r>
                                      <a:rPr lang="en-US" sz="1200" i="1">
                                        <a:latin typeface="Cambria Math" panose="02040503050406030204" pitchFamily="18" charset="0"/>
                                      </a:rPr>
                                      <m:t>𝑟</m:t>
                                    </m:r>
                                  </m:e>
                                  <m:sub>
                                    <m:r>
                                      <a:rPr lang="en-US" sz="1200" b="0" i="1" smtClean="0">
                                        <a:latin typeface="Cambria Math" panose="02040503050406030204" pitchFamily="18" charset="0"/>
                                      </a:rPr>
                                      <m:t>𝑇𝑅𝑆</m:t>
                                    </m:r>
                                  </m:sub>
                                </m:sSub>
                                <m:r>
                                  <a:rPr lang="en-US" sz="1200" i="1">
                                    <a:latin typeface="Cambria Math" panose="02040503050406030204" pitchFamily="18" charset="0"/>
                                    <a:ea typeface="Cambria Math" panose="02040503050406030204" pitchFamily="18" charset="0"/>
                                  </a:rPr>
                                  <m:t>∆</m:t>
                                </m:r>
                                <m:r>
                                  <a:rPr lang="en-US" sz="1200" i="1">
                                    <a:latin typeface="Cambria Math" panose="02040503050406030204" pitchFamily="18" charset="0"/>
                                    <a:ea typeface="Cambria Math" panose="02040503050406030204" pitchFamily="18" charset="0"/>
                                  </a:rPr>
                                  <m:t>𝑡</m:t>
                                </m:r>
                              </m:oMath>
                            </m:oMathPara>
                          </a14:m>
                          <a:endParaRPr lang="en-US" sz="1200" dirty="0"/>
                        </a:p>
                      </a:txBody>
                      <a:tcPr marL="45720" marR="45720" anchor="ctr"/>
                    </a:tc>
                    <a:tc>
                      <a:txBody>
                        <a:bodyPr/>
                        <a:lstStyle/>
                        <a:p>
                          <a:pPr algn="ctr"/>
                          <a:r>
                            <a:rPr lang="en-US" dirty="0"/>
                            <a:t>-</a:t>
                          </a:r>
                        </a:p>
                      </a:txBody>
                      <a:tcPr marL="45720" marR="45720" anchor="ctr"/>
                    </a:tc>
                    <a:tc>
                      <a:txBody>
                        <a:bodyPr/>
                        <a:lstStyle/>
                        <a:p>
                          <a:pPr algn="ctr"/>
                          <a:r>
                            <a:rPr lang="en-US" dirty="0"/>
                            <a:t>$100 + funding leg</a:t>
                          </a:r>
                        </a:p>
                      </a:txBody>
                      <a:tcPr marL="45720" marR="45720" anchor="ctr"/>
                    </a:tc>
                    <a:extLst>
                      <a:ext uri="{0D108BD9-81ED-4DB2-BD59-A6C34878D82A}">
                        <a16:rowId xmlns:a16="http://schemas.microsoft.com/office/drawing/2014/main" val="3256025571"/>
                      </a:ext>
                    </a:extLst>
                  </a:tr>
                </a:tbl>
              </a:graphicData>
            </a:graphic>
          </p:graphicFrame>
        </mc:Choice>
        <mc:Fallback xmlns="">
          <p:graphicFrame>
            <p:nvGraphicFramePr>
              <p:cNvPr id="109" name="Table 108">
                <a:extLst>
                  <a:ext uri="{FF2B5EF4-FFF2-40B4-BE49-F238E27FC236}">
                    <a16:creationId xmlns:a16="http://schemas.microsoft.com/office/drawing/2014/main" id="{CCDF919F-9778-7823-9C28-FC7E7D7FF546}"/>
                  </a:ext>
                </a:extLst>
              </p:cNvPr>
              <p:cNvGraphicFramePr>
                <a:graphicFrameLocks noGrp="1"/>
              </p:cNvGraphicFramePr>
              <p:nvPr>
                <p:extLst>
                  <p:ext uri="{D42A27DB-BD31-4B8C-83A1-F6EECF244321}">
                    <p14:modId xmlns:p14="http://schemas.microsoft.com/office/powerpoint/2010/main" val="3970959109"/>
                  </p:ext>
                </p:extLst>
              </p:nvPr>
            </p:nvGraphicFramePr>
            <p:xfrm>
              <a:off x="7088634" y="2088437"/>
              <a:ext cx="3938851" cy="3358130"/>
            </p:xfrm>
            <a:graphic>
              <a:graphicData uri="http://schemas.openxmlformats.org/drawingml/2006/table">
                <a:tbl>
                  <a:tblPr firstRow="1" bandRow="1">
                    <a:tableStyleId>{1855C301-2E48-4616-92C6-8471D0A9830A}</a:tableStyleId>
                  </a:tblPr>
                  <a:tblGrid>
                    <a:gridCol w="1045778">
                      <a:extLst>
                        <a:ext uri="{9D8B030D-6E8A-4147-A177-3AD203B41FA5}">
                          <a16:colId xmlns:a16="http://schemas.microsoft.com/office/drawing/2014/main" val="3081288802"/>
                        </a:ext>
                      </a:extLst>
                    </a:gridCol>
                    <a:gridCol w="1045778">
                      <a:extLst>
                        <a:ext uri="{9D8B030D-6E8A-4147-A177-3AD203B41FA5}">
                          <a16:colId xmlns:a16="http://schemas.microsoft.com/office/drawing/2014/main" val="1993531363"/>
                        </a:ext>
                      </a:extLst>
                    </a:gridCol>
                    <a:gridCol w="882937">
                      <a:extLst>
                        <a:ext uri="{9D8B030D-6E8A-4147-A177-3AD203B41FA5}">
                          <a16:colId xmlns:a16="http://schemas.microsoft.com/office/drawing/2014/main" val="13692491"/>
                        </a:ext>
                      </a:extLst>
                    </a:gridCol>
                    <a:gridCol w="964358">
                      <a:extLst>
                        <a:ext uri="{9D8B030D-6E8A-4147-A177-3AD203B41FA5}">
                          <a16:colId xmlns:a16="http://schemas.microsoft.com/office/drawing/2014/main" val="2080963811"/>
                        </a:ext>
                      </a:extLst>
                    </a:gridCol>
                  </a:tblGrid>
                  <a:tr h="274320">
                    <a:tc>
                      <a:txBody>
                        <a:bodyPr/>
                        <a:lstStyle/>
                        <a:p>
                          <a:pPr algn="ctr"/>
                          <a:r>
                            <a:rPr lang="en-US" dirty="0"/>
                            <a:t>Metric</a:t>
                          </a:r>
                        </a:p>
                      </a:txBody>
                      <a:tcPr marL="45720" marR="45720" anchor="ctr"/>
                    </a:tc>
                    <a:tc>
                      <a:txBody>
                        <a:bodyPr/>
                        <a:lstStyle/>
                        <a:p>
                          <a:pPr algn="ctr"/>
                          <a:r>
                            <a:rPr lang="en-US" dirty="0"/>
                            <a:t>Symbol</a:t>
                          </a:r>
                        </a:p>
                      </a:txBody>
                      <a:tcPr marL="45720" marR="45720" anchor="ctr"/>
                    </a:tc>
                    <a:tc>
                      <a:txBody>
                        <a:bodyPr/>
                        <a:lstStyle/>
                        <a:p>
                          <a:pPr algn="ctr"/>
                          <a:r>
                            <a:rPr lang="en-US" dirty="0"/>
                            <a:t>t=0</a:t>
                          </a:r>
                        </a:p>
                      </a:txBody>
                      <a:tcPr marL="45720" marR="45720" anchor="ctr"/>
                    </a:tc>
                    <a:tc>
                      <a:txBody>
                        <a:bodyPr/>
                        <a:lstStyle/>
                        <a:p>
                          <a:pPr algn="ctr"/>
                          <a:r>
                            <a:rPr lang="en-US" dirty="0"/>
                            <a:t>t=1</a:t>
                          </a:r>
                        </a:p>
                      </a:txBody>
                      <a:tcPr marL="45720" marR="45720" anchor="ctr"/>
                    </a:tc>
                    <a:extLst>
                      <a:ext uri="{0D108BD9-81ED-4DB2-BD59-A6C34878D82A}">
                        <a16:rowId xmlns:a16="http://schemas.microsoft.com/office/drawing/2014/main" val="864709899"/>
                      </a:ext>
                    </a:extLst>
                  </a:tr>
                  <a:tr h="274955">
                    <a:tc>
                      <a:txBody>
                        <a:bodyPr/>
                        <a:lstStyle/>
                        <a:p>
                          <a:pPr algn="ctr"/>
                          <a:r>
                            <a:rPr lang="en-US" dirty="0"/>
                            <a:t>Notional</a:t>
                          </a:r>
                        </a:p>
                      </a:txBody>
                      <a:tcPr marL="45720" marR="45720" anchor="ctr"/>
                    </a:tc>
                    <a:tc>
                      <a:txBody>
                        <a:bodyPr/>
                        <a:lstStyle/>
                        <a:p>
                          <a:endParaRPr lang="en-US"/>
                        </a:p>
                      </a:txBody>
                      <a:tcPr marL="45720" marR="45720" anchor="ctr">
                        <a:blipFill>
                          <a:blip r:embed="rId3"/>
                          <a:stretch>
                            <a:fillRect l="-100000" t="-102222" r="-177326" b="-1040000"/>
                          </a:stretch>
                        </a:blipFill>
                      </a:tcPr>
                    </a:tc>
                    <a:tc>
                      <a:txBody>
                        <a:bodyPr/>
                        <a:lstStyle/>
                        <a:p>
                          <a:pPr algn="ctr"/>
                          <a:r>
                            <a:rPr lang="en-US" dirty="0"/>
                            <a:t>$100</a:t>
                          </a:r>
                        </a:p>
                      </a:txBody>
                      <a:tcPr marL="45720" marR="45720" anchor="ctr"/>
                    </a:tc>
                    <a:tc>
                      <a:txBody>
                        <a:bodyPr/>
                        <a:lstStyle/>
                        <a:p>
                          <a:pPr algn="ctr"/>
                          <a:r>
                            <a:rPr lang="en-US" dirty="0"/>
                            <a:t>$100</a:t>
                          </a:r>
                        </a:p>
                      </a:txBody>
                      <a:tcPr marL="45720" marR="45720" anchor="ctr"/>
                    </a:tc>
                    <a:extLst>
                      <a:ext uri="{0D108BD9-81ED-4DB2-BD59-A6C34878D82A}">
                        <a16:rowId xmlns:a16="http://schemas.microsoft.com/office/drawing/2014/main" val="2567287641"/>
                      </a:ext>
                    </a:extLst>
                  </a:tr>
                  <a:tr h="274955">
                    <a:tc>
                      <a:txBody>
                        <a:bodyPr/>
                        <a:lstStyle/>
                        <a:p>
                          <a:pPr algn="ctr"/>
                          <a:r>
                            <a:rPr lang="en-US" dirty="0"/>
                            <a:t>Eq. Price</a:t>
                          </a:r>
                        </a:p>
                      </a:txBody>
                      <a:tcPr marL="45720" marR="45720" anchor="ctr"/>
                    </a:tc>
                    <a:tc>
                      <a:txBody>
                        <a:bodyPr/>
                        <a:lstStyle/>
                        <a:p>
                          <a:endParaRPr lang="en-US"/>
                        </a:p>
                      </a:txBody>
                      <a:tcPr marL="45720" marR="45720" anchor="ctr">
                        <a:blipFill>
                          <a:blip r:embed="rId3"/>
                          <a:stretch>
                            <a:fillRect l="-100000" t="-202222" r="-177326" b="-940000"/>
                          </a:stretch>
                        </a:blipFill>
                      </a:tcPr>
                    </a:tc>
                    <a:tc>
                      <a:txBody>
                        <a:bodyPr/>
                        <a:lstStyle/>
                        <a:p>
                          <a:pPr algn="ctr"/>
                          <a:r>
                            <a:rPr lang="en-US" dirty="0"/>
                            <a:t>$10</a:t>
                          </a:r>
                        </a:p>
                      </a:txBody>
                      <a:tcPr marL="45720" marR="45720" anchor="ctr"/>
                    </a:tc>
                    <a:tc>
                      <a:txBody>
                        <a:bodyPr/>
                        <a:lstStyle/>
                        <a:p>
                          <a:pPr algn="ctr"/>
                          <a:r>
                            <a:rPr lang="en-US" dirty="0"/>
                            <a:t>$11</a:t>
                          </a:r>
                        </a:p>
                      </a:txBody>
                      <a:tcPr marL="45720" marR="45720" anchor="ctr"/>
                    </a:tc>
                    <a:extLst>
                      <a:ext uri="{0D108BD9-81ED-4DB2-BD59-A6C34878D82A}">
                        <a16:rowId xmlns:a16="http://schemas.microsoft.com/office/drawing/2014/main" val="1582921570"/>
                      </a:ext>
                    </a:extLst>
                  </a:tr>
                  <a:tr h="274320">
                    <a:tc>
                      <a:txBody>
                        <a:bodyPr/>
                        <a:lstStyle/>
                        <a:p>
                          <a:pPr algn="ctr"/>
                          <a:r>
                            <a:rPr lang="en-US" dirty="0"/>
                            <a:t>Shares</a:t>
                          </a:r>
                        </a:p>
                      </a:txBody>
                      <a:tcPr marL="45720" marR="45720" anchor="ctr">
                        <a:lnB w="3175">
                          <a:noFill/>
                        </a:lnB>
                      </a:tcPr>
                    </a:tc>
                    <a:tc>
                      <a:txBody>
                        <a:bodyPr/>
                        <a:lstStyle/>
                        <a:p>
                          <a:endParaRPr lang="en-US"/>
                        </a:p>
                      </a:txBody>
                      <a:tcPr marL="45720" marR="45720" anchor="ctr">
                        <a:lnB w="3175">
                          <a:noFill/>
                        </a:lnB>
                        <a:blipFill>
                          <a:blip r:embed="rId3"/>
                          <a:stretch>
                            <a:fillRect l="-100000" t="-295652" r="-177326" b="-819565"/>
                          </a:stretch>
                        </a:blipFill>
                      </a:tcPr>
                    </a:tc>
                    <a:tc>
                      <a:txBody>
                        <a:bodyPr/>
                        <a:lstStyle/>
                        <a:p>
                          <a:pPr algn="ctr"/>
                          <a:r>
                            <a:rPr lang="en-US" dirty="0"/>
                            <a:t>10</a:t>
                          </a:r>
                        </a:p>
                      </a:txBody>
                      <a:tcPr marL="45720" marR="45720" anchor="ctr">
                        <a:lnB w="3175">
                          <a:noFill/>
                        </a:lnB>
                      </a:tcPr>
                    </a:tc>
                    <a:tc>
                      <a:txBody>
                        <a:bodyPr/>
                        <a:lstStyle/>
                        <a:p>
                          <a:pPr algn="ctr"/>
                          <a:r>
                            <a:rPr lang="en-US" dirty="0"/>
                            <a:t>10</a:t>
                          </a:r>
                        </a:p>
                      </a:txBody>
                      <a:tcPr marL="45720" marR="45720" anchor="ctr">
                        <a:lnB w="3175">
                          <a:noFill/>
                        </a:lnB>
                      </a:tcPr>
                    </a:tc>
                    <a:extLst>
                      <a:ext uri="{0D108BD9-81ED-4DB2-BD59-A6C34878D82A}">
                        <a16:rowId xmlns:a16="http://schemas.microsoft.com/office/drawing/2014/main" val="2778286489"/>
                      </a:ext>
                    </a:extLst>
                  </a:tr>
                  <a:tr h="274320">
                    <a:tc>
                      <a:txBody>
                        <a:bodyPr/>
                        <a:lstStyle/>
                        <a:p>
                          <a:pPr algn="ctr"/>
                          <a:endParaRPr lang="en-US" dirty="0"/>
                        </a:p>
                      </a:txBody>
                      <a:tcPr marL="45720" marR="45720" anchor="ctr">
                        <a:lnL>
                          <a:noFill/>
                        </a:lnL>
                        <a:lnR>
                          <a:noFill/>
                        </a:lnR>
                        <a:lnT w="3175">
                          <a:noFill/>
                        </a:lnT>
                        <a:lnB w="3175">
                          <a:noFill/>
                        </a:lnB>
                        <a:lnTlToBr w="12700" cmpd="sng">
                          <a:noFill/>
                          <a:prstDash val="solid"/>
                        </a:lnTlToBr>
                        <a:lnBlToTr w="12700" cmpd="sng">
                          <a:noFill/>
                          <a:prstDash val="solid"/>
                        </a:lnBlToTr>
                        <a:solidFill>
                          <a:schemeClr val="tx1"/>
                        </a:solidFill>
                      </a:tcPr>
                    </a:tc>
                    <a:tc>
                      <a:txBody>
                        <a:bodyPr/>
                        <a:lstStyle/>
                        <a:p>
                          <a:pPr algn="ctr"/>
                          <a:endParaRPr lang="en-US" dirty="0"/>
                        </a:p>
                      </a:txBody>
                      <a:tcPr marL="45720" marR="45720" anchor="ctr">
                        <a:lnL>
                          <a:noFill/>
                        </a:lnL>
                        <a:lnR>
                          <a:noFill/>
                        </a:lnR>
                        <a:lnT w="3175">
                          <a:noFill/>
                        </a:lnT>
                        <a:lnB w="3175">
                          <a:noFill/>
                        </a:lnB>
                        <a:lnTlToBr w="12700" cmpd="sng">
                          <a:noFill/>
                          <a:prstDash val="solid"/>
                        </a:lnTlToBr>
                        <a:lnBlToTr w="12700" cmpd="sng">
                          <a:noFill/>
                          <a:prstDash val="solid"/>
                        </a:lnBlToTr>
                        <a:solidFill>
                          <a:schemeClr val="tx1"/>
                        </a:solidFill>
                      </a:tcPr>
                    </a:tc>
                    <a:tc>
                      <a:txBody>
                        <a:bodyPr/>
                        <a:lstStyle/>
                        <a:p>
                          <a:pPr algn="ctr"/>
                          <a:endParaRPr lang="en-US" dirty="0"/>
                        </a:p>
                      </a:txBody>
                      <a:tcPr marL="45720" marR="45720" anchor="ctr">
                        <a:lnL>
                          <a:noFill/>
                        </a:lnL>
                        <a:lnR>
                          <a:noFill/>
                        </a:lnR>
                        <a:lnT w="3175">
                          <a:noFill/>
                        </a:lnT>
                        <a:lnB w="3175">
                          <a:noFill/>
                        </a:lnB>
                        <a:lnTlToBr w="12700" cmpd="sng">
                          <a:noFill/>
                          <a:prstDash val="solid"/>
                        </a:lnTlToBr>
                        <a:lnBlToTr w="12700" cmpd="sng">
                          <a:noFill/>
                          <a:prstDash val="solid"/>
                        </a:lnBlToTr>
                        <a:solidFill>
                          <a:schemeClr val="tx1"/>
                        </a:solidFill>
                      </a:tcPr>
                    </a:tc>
                    <a:tc>
                      <a:txBody>
                        <a:bodyPr/>
                        <a:lstStyle/>
                        <a:p>
                          <a:pPr algn="ctr"/>
                          <a:endParaRPr lang="en-US" dirty="0"/>
                        </a:p>
                      </a:txBody>
                      <a:tcPr marL="45720" marR="45720" anchor="ctr">
                        <a:lnL>
                          <a:noFill/>
                        </a:lnL>
                        <a:lnR>
                          <a:noFill/>
                        </a:lnR>
                        <a:lnT w="3175">
                          <a:noFill/>
                        </a:lnT>
                        <a:lnB w="3175">
                          <a:noFill/>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2308571142"/>
                      </a:ext>
                    </a:extLst>
                  </a:tr>
                  <a:tr h="70510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Equity Market Value in USD</a:t>
                          </a:r>
                        </a:p>
                      </a:txBody>
                      <a:tcPr marL="45720" marR="45720" anchor="ctr">
                        <a:lnT w="3175">
                          <a:noFill/>
                        </a:lnT>
                      </a:tcPr>
                    </a:tc>
                    <a:tc>
                      <a:txBody>
                        <a:bodyPr/>
                        <a:lstStyle/>
                        <a:p>
                          <a:endParaRPr lang="en-US"/>
                        </a:p>
                      </a:txBody>
                      <a:tcPr marL="45720" marR="45720" anchor="ctr">
                        <a:lnT w="3175">
                          <a:noFill/>
                        </a:lnT>
                        <a:blipFill>
                          <a:blip r:embed="rId3"/>
                          <a:stretch>
                            <a:fillRect l="-100000" t="-195690" r="-177326" b="-186207"/>
                          </a:stretch>
                        </a:blipFill>
                      </a:tcPr>
                    </a:tc>
                    <a:tc>
                      <a:txBody>
                        <a:bodyPr/>
                        <a:lstStyle/>
                        <a:p>
                          <a:pPr algn="ctr"/>
                          <a:r>
                            <a:rPr lang="en-US" dirty="0"/>
                            <a:t>$100</a:t>
                          </a:r>
                        </a:p>
                      </a:txBody>
                      <a:tcPr marL="45720" marR="45720" anchor="ctr">
                        <a:lnT w="3175">
                          <a:noFill/>
                        </a:lnT>
                      </a:tcPr>
                    </a:tc>
                    <a:tc>
                      <a:txBody>
                        <a:bodyPr/>
                        <a:lstStyle/>
                        <a:p>
                          <a:pPr algn="ctr"/>
                          <a:r>
                            <a:rPr lang="en-US" dirty="0"/>
                            <a:t>$100 X (11/10)= </a:t>
                          </a:r>
                        </a:p>
                        <a:p>
                          <a:pPr algn="ctr"/>
                          <a:r>
                            <a:rPr lang="en-US" dirty="0"/>
                            <a:t>$ 110</a:t>
                          </a:r>
                        </a:p>
                      </a:txBody>
                      <a:tcPr marL="45720" marR="45720" anchor="ctr">
                        <a:lnT w="3175">
                          <a:noFill/>
                        </a:lnT>
                      </a:tcPr>
                    </a:tc>
                    <a:extLst>
                      <a:ext uri="{0D108BD9-81ED-4DB2-BD59-A6C34878D82A}">
                        <a16:rowId xmlns:a16="http://schemas.microsoft.com/office/drawing/2014/main" val="3040408533"/>
                      </a:ext>
                    </a:extLst>
                  </a:tr>
                  <a:tr h="640080">
                    <a:tc>
                      <a:txBody>
                        <a:bodyPr/>
                        <a:lstStyle/>
                        <a:p>
                          <a:pPr algn="ctr"/>
                          <a:r>
                            <a:rPr lang="en-US" dirty="0"/>
                            <a:t>CLGM sends to TRS Counterparty</a:t>
                          </a:r>
                        </a:p>
                      </a:txBody>
                      <a:tcPr marL="45720" marR="45720" anchor="ctr"/>
                    </a:tc>
                    <a:tc>
                      <a:txBody>
                        <a:bodyPr/>
                        <a:lstStyle/>
                        <a:p>
                          <a:endParaRPr lang="en-US"/>
                        </a:p>
                      </a:txBody>
                      <a:tcPr marL="45720" marR="45720" anchor="ctr">
                        <a:blipFill>
                          <a:blip r:embed="rId3"/>
                          <a:stretch>
                            <a:fillRect l="-100000" t="-326667" r="-177326" b="-105714"/>
                          </a:stretch>
                        </a:blipFill>
                      </a:tcPr>
                    </a:tc>
                    <a:tc>
                      <a:txBody>
                        <a:bodyPr/>
                        <a:lstStyle/>
                        <a:p>
                          <a:pPr algn="ctr"/>
                          <a:r>
                            <a:rPr lang="en-US" dirty="0"/>
                            <a:t>-</a:t>
                          </a:r>
                        </a:p>
                      </a:txBody>
                      <a:tcPr marL="45720" marR="45720" anchor="ctr"/>
                    </a:tc>
                    <a:tc>
                      <a:txBody>
                        <a:bodyPr/>
                        <a:lstStyle/>
                        <a:p>
                          <a:pPr algn="ctr"/>
                          <a:r>
                            <a:rPr lang="en-US" dirty="0"/>
                            <a:t>$100 X (11/10)= </a:t>
                          </a:r>
                        </a:p>
                        <a:p>
                          <a:pPr algn="ctr"/>
                          <a:r>
                            <a:rPr lang="en-US" dirty="0"/>
                            <a:t>$ 110</a:t>
                          </a:r>
                        </a:p>
                      </a:txBody>
                      <a:tcPr marL="45720" marR="45720" anchor="ctr"/>
                    </a:tc>
                    <a:extLst>
                      <a:ext uri="{0D108BD9-81ED-4DB2-BD59-A6C34878D82A}">
                        <a16:rowId xmlns:a16="http://schemas.microsoft.com/office/drawing/2014/main" val="2977396812"/>
                      </a:ext>
                    </a:extLst>
                  </a:tr>
                  <a:tr h="640080">
                    <a:tc>
                      <a:txBody>
                        <a:bodyPr/>
                        <a:lstStyle/>
                        <a:p>
                          <a:pPr algn="ctr"/>
                          <a:r>
                            <a:rPr lang="en-US" dirty="0"/>
                            <a:t>CLGM gets from TRS Counterparty</a:t>
                          </a:r>
                        </a:p>
                      </a:txBody>
                      <a:tcPr marL="45720" marR="45720" anchor="ctr"/>
                    </a:tc>
                    <a:tc>
                      <a:txBody>
                        <a:bodyPr/>
                        <a:lstStyle/>
                        <a:p>
                          <a:endParaRPr lang="en-US"/>
                        </a:p>
                      </a:txBody>
                      <a:tcPr marL="45720" marR="45720" anchor="ctr">
                        <a:blipFill>
                          <a:blip r:embed="rId3"/>
                          <a:stretch>
                            <a:fillRect l="-100000" t="-426667" r="-177326" b="-5714"/>
                          </a:stretch>
                        </a:blipFill>
                      </a:tcPr>
                    </a:tc>
                    <a:tc>
                      <a:txBody>
                        <a:bodyPr/>
                        <a:lstStyle/>
                        <a:p>
                          <a:pPr algn="ctr"/>
                          <a:r>
                            <a:rPr lang="en-US" dirty="0"/>
                            <a:t>-</a:t>
                          </a:r>
                        </a:p>
                      </a:txBody>
                      <a:tcPr marL="45720" marR="45720" anchor="ctr"/>
                    </a:tc>
                    <a:tc>
                      <a:txBody>
                        <a:bodyPr/>
                        <a:lstStyle/>
                        <a:p>
                          <a:pPr algn="ctr"/>
                          <a:r>
                            <a:rPr lang="en-US" dirty="0"/>
                            <a:t>$100 + funding leg</a:t>
                          </a:r>
                        </a:p>
                      </a:txBody>
                      <a:tcPr marL="45720" marR="45720" anchor="ctr"/>
                    </a:tc>
                    <a:extLst>
                      <a:ext uri="{0D108BD9-81ED-4DB2-BD59-A6C34878D82A}">
                        <a16:rowId xmlns:a16="http://schemas.microsoft.com/office/drawing/2014/main" val="3256025571"/>
                      </a:ext>
                    </a:extLst>
                  </a:tr>
                </a:tbl>
              </a:graphicData>
            </a:graphic>
          </p:graphicFrame>
        </mc:Fallback>
      </mc:AlternateContent>
      <p:sp>
        <p:nvSpPr>
          <p:cNvPr id="110" name="Content Placeholder 6">
            <a:extLst>
              <a:ext uri="{FF2B5EF4-FFF2-40B4-BE49-F238E27FC236}">
                <a16:creationId xmlns:a16="http://schemas.microsoft.com/office/drawing/2014/main" id="{7ACFE047-F42B-F5FC-4D9A-7A09553A36D9}"/>
              </a:ext>
            </a:extLst>
          </p:cNvPr>
          <p:cNvSpPr txBox="1">
            <a:spLocks/>
          </p:cNvSpPr>
          <p:nvPr/>
        </p:nvSpPr>
        <p:spPr>
          <a:xfrm>
            <a:off x="7551139" y="1728922"/>
            <a:ext cx="3013840" cy="264265"/>
          </a:xfrm>
          <a:prstGeom prst="rect">
            <a:avLst/>
          </a:prstGeom>
        </p:spPr>
        <p:txBody>
          <a:bodyPr vert="horz" lIns="0" tIns="0" rIns="0" bIns="0" spcCol="228600" rtlCol="0" anchor="ctr">
            <a:noAutofit/>
          </a:bodyPr>
          <a:lstStyle>
            <a:lvl1pPr marL="342900" indent="-342900" algn="l" defTabSz="914400" rtl="0" eaLnBrk="1" latinLnBrk="0" hangingPunct="1">
              <a:lnSpc>
                <a:spcPct val="90000"/>
              </a:lnSpc>
              <a:spcBef>
                <a:spcPts val="1200"/>
              </a:spcBef>
              <a:buFontTx/>
              <a:buNone/>
              <a:tabLst>
                <a:tab pos="5743575" algn="l"/>
              </a:tabLst>
              <a:defRPr lang="en-US" sz="1400" kern="1200" dirty="0">
                <a:solidFill>
                  <a:schemeClr val="tx1"/>
                </a:solidFill>
                <a:latin typeface="+mn-lt"/>
                <a:ea typeface="+mn-ea"/>
                <a:cs typeface="+mn-cs"/>
              </a:defRPr>
            </a:lvl1pPr>
            <a:lvl2pPr marL="344488" indent="-182563" algn="l" defTabSz="914400" rtl="0" eaLnBrk="1" latinLnBrk="0" hangingPunct="1">
              <a:lnSpc>
                <a:spcPct val="100000"/>
              </a:lnSpc>
              <a:spcBef>
                <a:spcPts val="300"/>
              </a:spcBef>
              <a:buFont typeface="Franklin Gothic Book" panose="020B0503020102020204" pitchFamily="34" charset="0"/>
              <a:buChar char="—"/>
              <a:defRPr sz="1400" kern="1200">
                <a:solidFill>
                  <a:schemeClr val="tx1"/>
                </a:solidFill>
                <a:latin typeface="+mn-lt"/>
                <a:ea typeface="+mn-ea"/>
                <a:cs typeface="+mn-cs"/>
              </a:defRPr>
            </a:lvl2pPr>
            <a:lvl3pPr marL="569913" indent="-182563" algn="l" defTabSz="914400" rtl="0" eaLnBrk="1" latinLnBrk="0" hangingPunct="1">
              <a:lnSpc>
                <a:spcPct val="100000"/>
              </a:lnSpc>
              <a:spcBef>
                <a:spcPts val="300"/>
              </a:spcBef>
              <a:buFont typeface="Franklin Gothic Book" panose="020B0503020102020204" pitchFamily="34" charset="0"/>
              <a:buChar char="—"/>
              <a:defRPr sz="1400" kern="1200">
                <a:solidFill>
                  <a:schemeClr val="tx1"/>
                </a:solidFill>
                <a:latin typeface="+mn-lt"/>
                <a:ea typeface="+mn-ea"/>
                <a:cs typeface="+mn-cs"/>
              </a:defRPr>
            </a:lvl3pPr>
            <a:lvl4pPr marL="742950" indent="-182563" algn="l" defTabSz="914400" rtl="0" eaLnBrk="1" latinLnBrk="0" hangingPunct="1">
              <a:lnSpc>
                <a:spcPct val="100000"/>
              </a:lnSpc>
              <a:spcBef>
                <a:spcPts val="300"/>
              </a:spcBef>
              <a:buFont typeface="Franklin Gothic Book" panose="020B0503020102020204" pitchFamily="34" charset="0"/>
              <a:buChar char="—"/>
              <a:defRPr sz="1400" kern="1200">
                <a:solidFill>
                  <a:schemeClr val="tx1"/>
                </a:solidFill>
                <a:latin typeface="+mn-lt"/>
                <a:ea typeface="+mn-ea"/>
                <a:cs typeface="+mn-cs"/>
              </a:defRPr>
            </a:lvl4pPr>
            <a:lvl5pPr marL="914400" indent="-182563" algn="l" defTabSz="914400" rtl="0" eaLnBrk="1" latinLnBrk="0" hangingPunct="1">
              <a:lnSpc>
                <a:spcPct val="100000"/>
              </a:lnSpc>
              <a:spcBef>
                <a:spcPts val="300"/>
              </a:spcBef>
              <a:buFont typeface="Franklin Gothic Book" panose="020B0503020102020204" pitchFamily="34" charset="0"/>
              <a:buChar char="—"/>
              <a:tabLst/>
              <a:defRPr sz="1400" kern="1200">
                <a:solidFill>
                  <a:schemeClr val="tx1"/>
                </a:solidFill>
                <a:latin typeface="+mn-lt"/>
                <a:ea typeface="+mn-ea"/>
                <a:cs typeface="+mn-cs"/>
              </a:defRPr>
            </a:lvl5pPr>
            <a:lvl6pPr marL="914400" indent="-182880" algn="l" defTabSz="914400" rtl="0" eaLnBrk="1" latinLnBrk="0" hangingPunct="1">
              <a:lnSpc>
                <a:spcPct val="100000"/>
              </a:lnSpc>
              <a:spcBef>
                <a:spcPts val="300"/>
              </a:spcBef>
              <a:buFont typeface="Franklin Gothic Book" panose="020B0503020102020204" pitchFamily="34" charset="0"/>
              <a:buChar char="—"/>
              <a:defRPr sz="1200" kern="1200">
                <a:solidFill>
                  <a:schemeClr val="tx1"/>
                </a:solidFill>
                <a:latin typeface="+mn-lt"/>
                <a:ea typeface="+mn-ea"/>
                <a:cs typeface="+mn-cs"/>
              </a:defRPr>
            </a:lvl6pPr>
            <a:lvl7pPr marL="1097280" indent="-182880" algn="l" defTabSz="914400" rtl="0" eaLnBrk="1" latinLnBrk="0" hangingPunct="1">
              <a:lnSpc>
                <a:spcPct val="100000"/>
              </a:lnSpc>
              <a:spcBef>
                <a:spcPts val="300"/>
              </a:spcBef>
              <a:buFont typeface="Franklin Gothic Book" panose="020B0503020102020204" pitchFamily="34" charset="0"/>
              <a:buChar char="—"/>
              <a:defRPr sz="1200" kern="1200">
                <a:solidFill>
                  <a:schemeClr val="tx1"/>
                </a:solidFill>
                <a:latin typeface="+mn-lt"/>
                <a:ea typeface="+mn-ea"/>
                <a:cs typeface="+mn-cs"/>
              </a:defRPr>
            </a:lvl7pPr>
            <a:lvl8pPr marL="1280160" indent="-182880" algn="l" defTabSz="914400" rtl="0" eaLnBrk="1" latinLnBrk="0" hangingPunct="1">
              <a:lnSpc>
                <a:spcPct val="100000"/>
              </a:lnSpc>
              <a:spcBef>
                <a:spcPts val="300"/>
              </a:spcBef>
              <a:buFont typeface="Franklin Gothic Book" panose="020B0503020102020204" pitchFamily="34" charset="0"/>
              <a:buChar char="—"/>
              <a:defRPr sz="1200" kern="1200">
                <a:solidFill>
                  <a:schemeClr val="tx1"/>
                </a:solidFill>
                <a:latin typeface="+mn-lt"/>
                <a:ea typeface="+mn-ea"/>
                <a:cs typeface="+mn-cs"/>
              </a:defRPr>
            </a:lvl8pPr>
            <a:lvl9pPr marL="1463040" indent="-182880" algn="l" defTabSz="914400" rtl="0" eaLnBrk="1" latinLnBrk="0" hangingPunct="1">
              <a:lnSpc>
                <a:spcPct val="100000"/>
              </a:lnSpc>
              <a:spcBef>
                <a:spcPts val="300"/>
              </a:spcBef>
              <a:buFont typeface="Franklin Gothic Book" panose="020B0503020102020204" pitchFamily="34" charset="0"/>
              <a:buChar char="—"/>
              <a:defRPr sz="1200" kern="1200">
                <a:solidFill>
                  <a:schemeClr val="tx1"/>
                </a:solidFill>
                <a:latin typeface="+mn-lt"/>
                <a:ea typeface="+mn-ea"/>
                <a:cs typeface="+mn-cs"/>
              </a:defRPr>
            </a:lvl9pPr>
          </a:lstStyle>
          <a:p>
            <a:pPr algn="ctr"/>
            <a:r>
              <a:rPr lang="en-US" b="1" dirty="0"/>
              <a:t>Example: Price ↑10% </a:t>
            </a:r>
          </a:p>
        </p:txBody>
      </p:sp>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6C452AA3-F326-2242-40A1-F5A43B119A6D}"/>
                  </a:ext>
                </a:extLst>
              </p:cNvPr>
              <p:cNvSpPr txBox="1"/>
              <p:nvPr/>
            </p:nvSpPr>
            <p:spPr>
              <a:xfrm>
                <a:off x="2141854" y="3028626"/>
                <a:ext cx="1615355" cy="914400"/>
              </a:xfrm>
              <a:prstGeom prst="rect">
                <a:avLst/>
              </a:prstGeom>
              <a:noFill/>
            </p:spPr>
            <p:txBody>
              <a:bodyPr wrap="none" lIns="0" tIns="0" rIns="0" bIns="0" numCol="1" spcCol="182880" rtlCol="0" anchor="t">
                <a:noAutofit/>
              </a:bodyPr>
              <a:lstStyle/>
              <a:p>
                <a:pPr algn="ctr">
                  <a:lnSpc>
                    <a:spcPct val="100000"/>
                  </a:lnSpc>
                </a:pPr>
                <a:r>
                  <a:rPr lang="en-US" sz="1400" dirty="0">
                    <a:solidFill>
                      <a:schemeClr val="accent2"/>
                    </a:solidFill>
                  </a:rPr>
                  <a:t>CLGM sends</a:t>
                </a:r>
              </a:p>
              <a:p>
                <a:pPr algn="ctr">
                  <a:lnSpc>
                    <a:spcPct val="100000"/>
                  </a:lnSpc>
                </a:pPr>
                <a14:m>
                  <m:oMath xmlns:m="http://schemas.openxmlformats.org/officeDocument/2006/math">
                    <m:sSubSup>
                      <m:sSubSupPr>
                        <m:ctrlPr>
                          <a:rPr lang="en-US" sz="1400" i="1">
                            <a:latin typeface="Cambria Math" panose="02040503050406030204" pitchFamily="18" charset="0"/>
                          </a:rPr>
                        </m:ctrlPr>
                      </m:sSubSupPr>
                      <m:e>
                        <m:r>
                          <a:rPr lang="en-US" sz="1400" i="1">
                            <a:latin typeface="Cambria Math" panose="02040503050406030204" pitchFamily="18" charset="0"/>
                          </a:rPr>
                          <m:t>𝑁</m:t>
                        </m:r>
                      </m:e>
                      <m:sub>
                        <m:r>
                          <a:rPr lang="en-US" sz="1400" i="1">
                            <a:latin typeface="Cambria Math" panose="02040503050406030204" pitchFamily="18" charset="0"/>
                          </a:rPr>
                          <m:t>0</m:t>
                        </m:r>
                      </m:sub>
                      <m:sup>
                        <m:r>
                          <a:rPr lang="en-US" sz="1400" i="1">
                            <a:latin typeface="Cambria Math" panose="02040503050406030204" pitchFamily="18" charset="0"/>
                          </a:rPr>
                          <m:t>𝑈𝑆𝐷</m:t>
                        </m:r>
                      </m:sup>
                    </m:sSubSup>
                    <m:r>
                      <m:rPr>
                        <m:nor/>
                      </m:rPr>
                      <a:rPr lang="en-US" sz="1400" dirty="0"/>
                      <m:t> </m:t>
                    </m:r>
                    <m:r>
                      <m:rPr>
                        <m:nor/>
                      </m:rPr>
                      <a:rPr lang="en-US" sz="1400" dirty="0"/>
                      <m:t>X</m:t>
                    </m:r>
                  </m:oMath>
                </a14:m>
                <a:r>
                  <a:rPr lang="en-US" sz="1400" dirty="0"/>
                  <a:t> </a:t>
                </a:r>
                <a14:m>
                  <m:oMath xmlns:m="http://schemas.openxmlformats.org/officeDocument/2006/math">
                    <m:r>
                      <a:rPr lang="en-US" sz="1400" i="1">
                        <a:latin typeface="Cambria Math" panose="02040503050406030204" pitchFamily="18" charset="0"/>
                      </a:rPr>
                      <m:t>(</m:t>
                    </m:r>
                    <m:f>
                      <m:fPr>
                        <m:ctrlPr>
                          <a:rPr lang="en-US" sz="1400" i="1">
                            <a:latin typeface="Cambria Math" panose="02040503050406030204" pitchFamily="18" charset="0"/>
                          </a:rPr>
                        </m:ctrlPr>
                      </m:fPr>
                      <m:num>
                        <m:sSubSup>
                          <m:sSubSupPr>
                            <m:ctrlPr>
                              <a:rPr lang="en-US" sz="1400" i="1">
                                <a:latin typeface="Cambria Math" panose="02040503050406030204" pitchFamily="18" charset="0"/>
                              </a:rPr>
                            </m:ctrlPr>
                          </m:sSubSupPr>
                          <m:e>
                            <m:r>
                              <a:rPr lang="en-US" sz="1400" i="1">
                                <a:latin typeface="Cambria Math" panose="02040503050406030204" pitchFamily="18" charset="0"/>
                              </a:rPr>
                              <m:t>𝑃</m:t>
                            </m:r>
                          </m:e>
                          <m:sub>
                            <m:r>
                              <a:rPr lang="en-US" sz="1400" i="1">
                                <a:latin typeface="Cambria Math" panose="02040503050406030204" pitchFamily="18" charset="0"/>
                              </a:rPr>
                              <m:t>1</m:t>
                            </m:r>
                          </m:sub>
                          <m:sup>
                            <m:r>
                              <a:rPr lang="en-US" sz="1400" b="0" i="1" smtClean="0">
                                <a:latin typeface="Cambria Math" panose="02040503050406030204" pitchFamily="18" charset="0"/>
                              </a:rPr>
                              <m:t>𝑈𝑆𝐷</m:t>
                            </m:r>
                          </m:sup>
                        </m:sSubSup>
                      </m:num>
                      <m:den>
                        <m:sSubSup>
                          <m:sSubSupPr>
                            <m:ctrlPr>
                              <a:rPr lang="en-US" sz="1400" i="1">
                                <a:latin typeface="Cambria Math" panose="02040503050406030204" pitchFamily="18" charset="0"/>
                              </a:rPr>
                            </m:ctrlPr>
                          </m:sSubSupPr>
                          <m:e>
                            <m:r>
                              <a:rPr lang="en-US" sz="1400" i="1">
                                <a:latin typeface="Cambria Math" panose="02040503050406030204" pitchFamily="18" charset="0"/>
                              </a:rPr>
                              <m:t>𝑃</m:t>
                            </m:r>
                          </m:e>
                          <m:sub>
                            <m:r>
                              <a:rPr lang="en-US" sz="1400" i="1">
                                <a:latin typeface="Cambria Math" panose="02040503050406030204" pitchFamily="18" charset="0"/>
                              </a:rPr>
                              <m:t>0</m:t>
                            </m:r>
                          </m:sub>
                          <m:sup>
                            <m:r>
                              <a:rPr lang="en-US" sz="1400" b="0" i="1" smtClean="0">
                                <a:latin typeface="Cambria Math" panose="02040503050406030204" pitchFamily="18" charset="0"/>
                              </a:rPr>
                              <m:t>𝑈𝑆𝐷</m:t>
                            </m:r>
                          </m:sup>
                        </m:sSubSup>
                      </m:den>
                    </m:f>
                    <m:r>
                      <a:rPr lang="en-US" sz="1400" i="1">
                        <a:latin typeface="Cambria Math" panose="02040503050406030204" pitchFamily="18" charset="0"/>
                      </a:rPr>
                      <m:t>)</m:t>
                    </m:r>
                  </m:oMath>
                </a14:m>
                <a:endParaRPr lang="en-US" sz="1400" dirty="0"/>
              </a:p>
              <a:p>
                <a:pPr algn="ctr">
                  <a:lnSpc>
                    <a:spcPct val="100000"/>
                  </a:lnSpc>
                </a:pPr>
                <a:r>
                  <a:rPr lang="en-US" sz="1400" dirty="0">
                    <a:solidFill>
                      <a:schemeClr val="accent2"/>
                    </a:solidFill>
                  </a:rPr>
                  <a:t>CLGM receives</a:t>
                </a:r>
              </a:p>
              <a:p>
                <a:pPr algn="ctr">
                  <a:lnSpc>
                    <a:spcPct val="100000"/>
                  </a:lnSpc>
                </a:pPr>
                <a14:m>
                  <m:oMathPara xmlns:m="http://schemas.openxmlformats.org/officeDocument/2006/math">
                    <m:oMathParaPr>
                      <m:jc m:val="centerGroup"/>
                    </m:oMathParaPr>
                    <m:oMath xmlns:m="http://schemas.openxmlformats.org/officeDocument/2006/math">
                      <m:sSubSup>
                        <m:sSubSupPr>
                          <m:ctrlPr>
                            <a:rPr lang="en-US" sz="1400" i="1">
                              <a:latin typeface="Cambria Math" panose="02040503050406030204" pitchFamily="18" charset="0"/>
                            </a:rPr>
                          </m:ctrlPr>
                        </m:sSubSupPr>
                        <m:e>
                          <m:r>
                            <a:rPr lang="en-US" sz="1400" i="1">
                              <a:latin typeface="Cambria Math" panose="02040503050406030204" pitchFamily="18" charset="0"/>
                            </a:rPr>
                            <m:t>𝑁</m:t>
                          </m:r>
                        </m:e>
                        <m:sub>
                          <m:r>
                            <a:rPr lang="en-US" sz="1400" i="1">
                              <a:latin typeface="Cambria Math" panose="02040503050406030204" pitchFamily="18" charset="0"/>
                            </a:rPr>
                            <m:t>0</m:t>
                          </m:r>
                        </m:sub>
                        <m:sup>
                          <m:r>
                            <a:rPr lang="en-US" sz="1400" i="1">
                              <a:latin typeface="Cambria Math" panose="02040503050406030204" pitchFamily="18" charset="0"/>
                            </a:rPr>
                            <m:t>𝑈𝑆𝐷</m:t>
                          </m:r>
                        </m:sup>
                      </m:sSubSup>
                      <m:r>
                        <a:rPr lang="en-US" sz="1400" i="1">
                          <a:latin typeface="Cambria Math" panose="02040503050406030204" pitchFamily="18" charset="0"/>
                        </a:rPr>
                        <m:t>+</m:t>
                      </m:r>
                      <m:sSub>
                        <m:sSubPr>
                          <m:ctrlPr>
                            <a:rPr lang="en-US" sz="1400" i="1">
                              <a:latin typeface="Cambria Math" panose="02040503050406030204" pitchFamily="18" charset="0"/>
                            </a:rPr>
                          </m:ctrlPr>
                        </m:sSubPr>
                        <m:e>
                          <m:r>
                            <a:rPr lang="en-US" sz="1400" i="1">
                              <a:latin typeface="Cambria Math" panose="02040503050406030204" pitchFamily="18" charset="0"/>
                            </a:rPr>
                            <m:t>𝑟</m:t>
                          </m:r>
                        </m:e>
                        <m:sub>
                          <m:r>
                            <a:rPr lang="en-US" sz="1400" i="1">
                              <a:latin typeface="Cambria Math" panose="02040503050406030204" pitchFamily="18" charset="0"/>
                            </a:rPr>
                            <m:t>𝑇𝑅𝑆</m:t>
                          </m:r>
                        </m:sub>
                      </m:sSub>
                      <m:r>
                        <a:rPr lang="en-US" sz="1400" i="1">
                          <a:latin typeface="Cambria Math" panose="02040503050406030204" pitchFamily="18" charset="0"/>
                          <a:ea typeface="Cambria Math" panose="02040503050406030204" pitchFamily="18" charset="0"/>
                        </a:rPr>
                        <m:t>∆</m:t>
                      </m:r>
                      <m:r>
                        <a:rPr lang="en-US" sz="1400" i="1">
                          <a:latin typeface="Cambria Math" panose="02040503050406030204" pitchFamily="18" charset="0"/>
                          <a:ea typeface="Cambria Math" panose="02040503050406030204" pitchFamily="18" charset="0"/>
                        </a:rPr>
                        <m:t>𝑡</m:t>
                      </m:r>
                    </m:oMath>
                  </m:oMathPara>
                </a14:m>
                <a:endParaRPr lang="en-US" sz="1400" dirty="0">
                  <a:ea typeface="Cambria Math" panose="02040503050406030204" pitchFamily="18" charset="0"/>
                </a:endParaRPr>
              </a:p>
              <a:p>
                <a:pPr algn="l">
                  <a:lnSpc>
                    <a:spcPct val="100000"/>
                  </a:lnSpc>
                  <a:spcBef>
                    <a:spcPts val="900"/>
                  </a:spcBef>
                  <a:buSzPct val="100000"/>
                </a:pPr>
                <a:endParaRPr lang="en-US" sz="1400" dirty="0"/>
              </a:p>
            </p:txBody>
          </p:sp>
        </mc:Choice>
        <mc:Fallback xmlns="">
          <p:sp>
            <p:nvSpPr>
              <p:cNvPr id="24" name="TextBox 23">
                <a:extLst>
                  <a:ext uri="{FF2B5EF4-FFF2-40B4-BE49-F238E27FC236}">
                    <a16:creationId xmlns:a16="http://schemas.microsoft.com/office/drawing/2014/main" id="{6C452AA3-F326-2242-40A1-F5A43B119A6D}"/>
                  </a:ext>
                </a:extLst>
              </p:cNvPr>
              <p:cNvSpPr txBox="1">
                <a:spLocks noRot="1" noChangeAspect="1" noMove="1" noResize="1" noEditPoints="1" noAdjustHandles="1" noChangeArrowheads="1" noChangeShapeType="1" noTextEdit="1"/>
              </p:cNvSpPr>
              <p:nvPr/>
            </p:nvSpPr>
            <p:spPr>
              <a:xfrm>
                <a:off x="2141854" y="3028626"/>
                <a:ext cx="1615355" cy="914400"/>
              </a:xfrm>
              <a:prstGeom prst="rect">
                <a:avLst/>
              </a:prstGeom>
              <a:blipFill>
                <a:blip r:embed="rId4"/>
                <a:stretch>
                  <a:fillRect t="-6667" b="-17333"/>
                </a:stretch>
              </a:blipFill>
            </p:spPr>
            <p:txBody>
              <a:bodyPr/>
              <a:lstStyle/>
              <a:p>
                <a:r>
                  <a:rPr lang="en-US">
                    <a:noFill/>
                  </a:rPr>
                  <a:t> </a:t>
                </a:r>
              </a:p>
            </p:txBody>
          </p:sp>
        </mc:Fallback>
      </mc:AlternateContent>
      <p:grpSp>
        <p:nvGrpSpPr>
          <p:cNvPr id="25" name="Group 24">
            <a:extLst>
              <a:ext uri="{FF2B5EF4-FFF2-40B4-BE49-F238E27FC236}">
                <a16:creationId xmlns:a16="http://schemas.microsoft.com/office/drawing/2014/main" id="{D9F13DF9-7103-C57E-E5F4-A5B3DA8270E6}"/>
              </a:ext>
            </a:extLst>
          </p:cNvPr>
          <p:cNvGrpSpPr/>
          <p:nvPr/>
        </p:nvGrpSpPr>
        <p:grpSpPr>
          <a:xfrm>
            <a:off x="2007285" y="4726730"/>
            <a:ext cx="1884491" cy="368878"/>
            <a:chOff x="2989556" y="6489121"/>
            <a:chExt cx="1884491" cy="368878"/>
          </a:xfrm>
        </p:grpSpPr>
        <p:sp>
          <p:nvSpPr>
            <p:cNvPr id="26" name="Rectangle 25">
              <a:extLst>
                <a:ext uri="{FF2B5EF4-FFF2-40B4-BE49-F238E27FC236}">
                  <a16:creationId xmlns:a16="http://schemas.microsoft.com/office/drawing/2014/main" id="{A2DC56F9-E1DC-C640-2826-AACFF117BC6D}"/>
                </a:ext>
              </a:extLst>
            </p:cNvPr>
            <p:cNvSpPr/>
            <p:nvPr/>
          </p:nvSpPr>
          <p:spPr>
            <a:xfrm>
              <a:off x="2989556" y="6489121"/>
              <a:ext cx="1884491" cy="368878"/>
            </a:xfrm>
            <a:prstGeom prst="rect">
              <a:avLst/>
            </a:prstGeom>
            <a:noFill/>
            <a:ln w="12700" cap="flat">
              <a:solidFill>
                <a:schemeClr val="tx1"/>
              </a:solidFill>
              <a:miter lim="800000"/>
            </a:ln>
          </p:spPr>
          <p:style>
            <a:lnRef idx="0">
              <a:schemeClr val="accent1"/>
            </a:lnRef>
            <a:fillRef idx="1">
              <a:schemeClr val="accent1"/>
            </a:fillRef>
            <a:effectRef idx="0">
              <a:srgbClr val="000000"/>
            </a:effectRef>
            <a:fontRef idx="minor">
              <a:schemeClr val="tx1"/>
            </a:fontRef>
          </p:style>
          <p:txBody>
            <a:bodyPr lIns="0" rIns="0" rtlCol="0" anchor="t"/>
            <a:lstStyle/>
            <a:p>
              <a:pPr algn="ctr">
                <a:lnSpc>
                  <a:spcPct val="100000"/>
                </a:lnSpc>
              </a:pPr>
              <a:r>
                <a:rPr lang="en-US" sz="1050" b="1" dirty="0"/>
                <a:t>Legend</a:t>
              </a:r>
            </a:p>
            <a:p>
              <a:pPr>
                <a:lnSpc>
                  <a:spcPct val="100000"/>
                </a:lnSpc>
              </a:pPr>
              <a:r>
                <a:rPr lang="en-US" sz="1050" dirty="0"/>
                <a:t>        Flow at t=0          Flow at t=1</a:t>
              </a:r>
            </a:p>
          </p:txBody>
        </p:sp>
        <p:cxnSp>
          <p:nvCxnSpPr>
            <p:cNvPr id="28" name="Straight Connector 27">
              <a:extLst>
                <a:ext uri="{FF2B5EF4-FFF2-40B4-BE49-F238E27FC236}">
                  <a16:creationId xmlns:a16="http://schemas.microsoft.com/office/drawing/2014/main" id="{4E232273-3E77-092D-B9D2-2C0B6D0C17AB}"/>
                </a:ext>
              </a:extLst>
            </p:cNvPr>
            <p:cNvCxnSpPr>
              <a:cxnSpLocks/>
            </p:cNvCxnSpPr>
            <p:nvPr/>
          </p:nvCxnSpPr>
          <p:spPr>
            <a:xfrm>
              <a:off x="3051232" y="6764543"/>
              <a:ext cx="175488" cy="0"/>
            </a:xfrm>
            <a:prstGeom prst="line">
              <a:avLst/>
            </a:prstGeom>
            <a:ln w="28575"/>
          </p:spPr>
          <p:style>
            <a:lnRef idx="1">
              <a:schemeClr val="accent5"/>
            </a:lnRef>
            <a:fillRef idx="0">
              <a:schemeClr val="accent5"/>
            </a:fillRef>
            <a:effectRef idx="0">
              <a:schemeClr val="accent5"/>
            </a:effectRef>
            <a:fontRef idx="minor">
              <a:schemeClr val="tx1"/>
            </a:fontRef>
          </p:style>
        </p:cxnSp>
        <p:cxnSp>
          <p:nvCxnSpPr>
            <p:cNvPr id="29" name="Straight Connector 28">
              <a:extLst>
                <a:ext uri="{FF2B5EF4-FFF2-40B4-BE49-F238E27FC236}">
                  <a16:creationId xmlns:a16="http://schemas.microsoft.com/office/drawing/2014/main" id="{0248062F-A8C7-AD48-15EE-ECCE6D2CE90E}"/>
                </a:ext>
              </a:extLst>
            </p:cNvPr>
            <p:cNvCxnSpPr>
              <a:cxnSpLocks/>
            </p:cNvCxnSpPr>
            <p:nvPr/>
          </p:nvCxnSpPr>
          <p:spPr>
            <a:xfrm>
              <a:off x="4029075" y="6764543"/>
              <a:ext cx="175488" cy="0"/>
            </a:xfrm>
            <a:prstGeom prst="line">
              <a:avLst/>
            </a:prstGeom>
            <a:ln w="28575">
              <a:solidFill>
                <a:schemeClr val="accent2"/>
              </a:solidFill>
            </a:ln>
          </p:spPr>
          <p:style>
            <a:lnRef idx="1">
              <a:schemeClr val="accent5"/>
            </a:lnRef>
            <a:fillRef idx="0">
              <a:schemeClr val="accent5"/>
            </a:fillRef>
            <a:effectRef idx="0">
              <a:schemeClr val="accent5"/>
            </a:effectRef>
            <a:fontRef idx="minor">
              <a:schemeClr val="tx1"/>
            </a:fontRef>
          </p:style>
        </p:cxnSp>
      </p:grpSp>
      <p:sp>
        <p:nvSpPr>
          <p:cNvPr id="2" name="Speech Bubble: Rectangle 1">
            <a:extLst>
              <a:ext uri="{FF2B5EF4-FFF2-40B4-BE49-F238E27FC236}">
                <a16:creationId xmlns:a16="http://schemas.microsoft.com/office/drawing/2014/main" id="{5ED141B6-52F4-53C8-890B-82DFFA9CACCE}"/>
              </a:ext>
            </a:extLst>
          </p:cNvPr>
          <p:cNvSpPr/>
          <p:nvPr/>
        </p:nvSpPr>
        <p:spPr>
          <a:xfrm>
            <a:off x="4572000" y="3863546"/>
            <a:ext cx="1884491" cy="1021492"/>
          </a:xfrm>
          <a:prstGeom prst="wedgeRectCallout">
            <a:avLst>
              <a:gd name="adj1" fmla="val -96891"/>
              <a:gd name="adj2" fmla="val -60887"/>
            </a:avLst>
          </a:prstGeom>
          <a:ln w="12700" cap="flat">
            <a:miter lim="800000"/>
          </a:ln>
        </p:spPr>
        <p:style>
          <a:lnRef idx="0">
            <a:schemeClr val="accent1"/>
          </a:lnRef>
          <a:fillRef idx="1">
            <a:schemeClr val="accent1"/>
          </a:fillRef>
          <a:effectRef idx="0">
            <a:srgbClr val="000000"/>
          </a:effectRef>
          <a:fontRef idx="minor">
            <a:schemeClr val="tx1"/>
          </a:fontRef>
        </p:style>
        <p:txBody>
          <a:bodyPr rtlCol="0" anchor="ctr"/>
          <a:lstStyle/>
          <a:p>
            <a:pPr algn="ctr">
              <a:lnSpc>
                <a:spcPct val="100000"/>
              </a:lnSpc>
            </a:pPr>
            <a:r>
              <a:rPr lang="en-US" sz="1200" dirty="0">
                <a:solidFill>
                  <a:schemeClr val="bg1"/>
                </a:solidFill>
              </a:rPr>
              <a:t>Includes immediate payment on the ex-date to the counterparty for all dividends (equities) and coupons (bonds)</a:t>
            </a:r>
          </a:p>
        </p:txBody>
      </p:sp>
    </p:spTree>
    <p:extLst>
      <p:ext uri="{BB962C8B-B14F-4D97-AF65-F5344CB8AC3E}">
        <p14:creationId xmlns:p14="http://schemas.microsoft.com/office/powerpoint/2010/main" val="29181535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C55F1090-E259-B1BD-A208-12C1CDD24CB3}"/>
              </a:ext>
            </a:extLst>
          </p:cNvPr>
          <p:cNvSpPr>
            <a:spLocks noGrp="1"/>
          </p:cNvSpPr>
          <p:nvPr>
            <p:ph type="title"/>
          </p:nvPr>
        </p:nvSpPr>
        <p:spPr/>
        <p:txBody>
          <a:bodyPr/>
          <a:lstStyle/>
          <a:p>
            <a:r>
              <a:rPr lang="en-US" b="1" dirty="0"/>
              <a:t>Compo: TRS Performance Leg in </a:t>
            </a:r>
            <a:r>
              <a:rPr lang="en-US" b="1" dirty="0">
                <a:solidFill>
                  <a:srgbClr val="0070C0"/>
                </a:solidFill>
              </a:rPr>
              <a:t>USD</a:t>
            </a:r>
            <a:r>
              <a:rPr lang="en-US" b="1" dirty="0"/>
              <a:t>, Funding Leg in </a:t>
            </a:r>
            <a:r>
              <a:rPr lang="en-US" b="1" dirty="0">
                <a:solidFill>
                  <a:srgbClr val="0070C0"/>
                </a:solidFill>
              </a:rPr>
              <a:t>USD</a:t>
            </a:r>
            <a:br>
              <a:rPr lang="en-US" b="1" dirty="0">
                <a:solidFill>
                  <a:srgbClr val="0070C0"/>
                </a:solidFill>
              </a:rPr>
            </a:br>
            <a:endParaRPr lang="en-US" b="1" dirty="0"/>
          </a:p>
        </p:txBody>
      </p:sp>
      <p:sp>
        <p:nvSpPr>
          <p:cNvPr id="8" name="Subtitle 7">
            <a:extLst>
              <a:ext uri="{FF2B5EF4-FFF2-40B4-BE49-F238E27FC236}">
                <a16:creationId xmlns:a16="http://schemas.microsoft.com/office/drawing/2014/main" id="{FBD9C296-332D-8EBE-579E-82CAC75FFD84}"/>
              </a:ext>
            </a:extLst>
          </p:cNvPr>
          <p:cNvSpPr>
            <a:spLocks noGrp="1"/>
          </p:cNvSpPr>
          <p:nvPr>
            <p:ph type="subTitle" idx="13"/>
          </p:nvPr>
        </p:nvSpPr>
        <p:spPr>
          <a:xfrm>
            <a:off x="457199" y="960121"/>
            <a:ext cx="9248776" cy="687010"/>
          </a:xfrm>
        </p:spPr>
        <p:txBody>
          <a:bodyPr/>
          <a:lstStyle/>
          <a:p>
            <a:r>
              <a:rPr lang="en-US" dirty="0"/>
              <a:t>Counterparty takes FX risk as return is a function of two risk factors</a:t>
            </a:r>
          </a:p>
        </p:txBody>
      </p:sp>
      <mc:AlternateContent xmlns:mc="http://schemas.openxmlformats.org/markup-compatibility/2006" xmlns:a14="http://schemas.microsoft.com/office/drawing/2010/main">
        <mc:Choice Requires="a14">
          <p:graphicFrame>
            <p:nvGraphicFramePr>
              <p:cNvPr id="109" name="Table 108">
                <a:extLst>
                  <a:ext uri="{FF2B5EF4-FFF2-40B4-BE49-F238E27FC236}">
                    <a16:creationId xmlns:a16="http://schemas.microsoft.com/office/drawing/2014/main" id="{87A10D73-E3ED-E375-72B7-E95F6DEF36C3}"/>
                  </a:ext>
                </a:extLst>
              </p:cNvPr>
              <p:cNvGraphicFramePr>
                <a:graphicFrameLocks noGrp="1"/>
              </p:cNvGraphicFramePr>
              <p:nvPr>
                <p:extLst>
                  <p:ext uri="{D42A27DB-BD31-4B8C-83A1-F6EECF244321}">
                    <p14:modId xmlns:p14="http://schemas.microsoft.com/office/powerpoint/2010/main" val="1073040482"/>
                  </p:ext>
                </p:extLst>
              </p:nvPr>
            </p:nvGraphicFramePr>
            <p:xfrm>
              <a:off x="7088634" y="2294382"/>
              <a:ext cx="3938851" cy="3185986"/>
            </p:xfrm>
            <a:graphic>
              <a:graphicData uri="http://schemas.openxmlformats.org/drawingml/2006/table">
                <a:tbl>
                  <a:tblPr firstRow="1" bandRow="1">
                    <a:tableStyleId>{1855C301-2E48-4616-92C6-8471D0A9830A}</a:tableStyleId>
                  </a:tblPr>
                  <a:tblGrid>
                    <a:gridCol w="1045778">
                      <a:extLst>
                        <a:ext uri="{9D8B030D-6E8A-4147-A177-3AD203B41FA5}">
                          <a16:colId xmlns:a16="http://schemas.microsoft.com/office/drawing/2014/main" val="3081288802"/>
                        </a:ext>
                      </a:extLst>
                    </a:gridCol>
                    <a:gridCol w="1045778">
                      <a:extLst>
                        <a:ext uri="{9D8B030D-6E8A-4147-A177-3AD203B41FA5}">
                          <a16:colId xmlns:a16="http://schemas.microsoft.com/office/drawing/2014/main" val="1993531363"/>
                        </a:ext>
                      </a:extLst>
                    </a:gridCol>
                    <a:gridCol w="882937">
                      <a:extLst>
                        <a:ext uri="{9D8B030D-6E8A-4147-A177-3AD203B41FA5}">
                          <a16:colId xmlns:a16="http://schemas.microsoft.com/office/drawing/2014/main" val="13692491"/>
                        </a:ext>
                      </a:extLst>
                    </a:gridCol>
                    <a:gridCol w="964358">
                      <a:extLst>
                        <a:ext uri="{9D8B030D-6E8A-4147-A177-3AD203B41FA5}">
                          <a16:colId xmlns:a16="http://schemas.microsoft.com/office/drawing/2014/main" val="2080963811"/>
                        </a:ext>
                      </a:extLst>
                    </a:gridCol>
                  </a:tblGrid>
                  <a:tr h="250990">
                    <a:tc>
                      <a:txBody>
                        <a:bodyPr/>
                        <a:lstStyle/>
                        <a:p>
                          <a:pPr algn="ctr"/>
                          <a:r>
                            <a:rPr lang="en-US" dirty="0"/>
                            <a:t>Metric</a:t>
                          </a:r>
                        </a:p>
                      </a:txBody>
                      <a:tcPr marL="45720" marR="45720" anchor="ctr"/>
                    </a:tc>
                    <a:tc>
                      <a:txBody>
                        <a:bodyPr/>
                        <a:lstStyle/>
                        <a:p>
                          <a:pPr algn="ctr"/>
                          <a:r>
                            <a:rPr lang="en-US" dirty="0"/>
                            <a:t>Symbol</a:t>
                          </a:r>
                        </a:p>
                      </a:txBody>
                      <a:tcPr marL="45720" marR="45720" anchor="ctr"/>
                    </a:tc>
                    <a:tc>
                      <a:txBody>
                        <a:bodyPr/>
                        <a:lstStyle/>
                        <a:p>
                          <a:pPr algn="ctr"/>
                          <a:r>
                            <a:rPr lang="en-US" dirty="0"/>
                            <a:t>t=0</a:t>
                          </a:r>
                        </a:p>
                      </a:txBody>
                      <a:tcPr marL="45720" marR="45720" anchor="ctr"/>
                    </a:tc>
                    <a:tc>
                      <a:txBody>
                        <a:bodyPr/>
                        <a:lstStyle/>
                        <a:p>
                          <a:pPr algn="ctr"/>
                          <a:r>
                            <a:rPr lang="en-US" dirty="0"/>
                            <a:t>t=1</a:t>
                          </a:r>
                        </a:p>
                      </a:txBody>
                      <a:tcPr marL="45720" marR="45720" anchor="ctr"/>
                    </a:tc>
                    <a:extLst>
                      <a:ext uri="{0D108BD9-81ED-4DB2-BD59-A6C34878D82A}">
                        <a16:rowId xmlns:a16="http://schemas.microsoft.com/office/drawing/2014/main" val="864709899"/>
                      </a:ext>
                    </a:extLst>
                  </a:tr>
                  <a:tr h="250990">
                    <a:tc>
                      <a:txBody>
                        <a:bodyPr/>
                        <a:lstStyle/>
                        <a:p>
                          <a:pPr algn="ctr"/>
                          <a:r>
                            <a:rPr lang="en-US" dirty="0"/>
                            <a:t>JPY/USD</a:t>
                          </a:r>
                        </a:p>
                      </a:txBody>
                      <a:tcPr marL="45720" marR="45720" anchor="ctr"/>
                    </a:tc>
                    <a:tc>
                      <a:txBody>
                        <a:bodyPr/>
                        <a:lstStyle/>
                        <a:p>
                          <a:pPr algn="ctr"/>
                          <a14:m>
                            <m:oMathPara xmlns:m="http://schemas.openxmlformats.org/officeDocument/2006/math">
                              <m:oMathParaPr>
                                <m:jc m:val="centerGroup"/>
                              </m:oMathParaPr>
                              <m:oMath xmlns:m="http://schemas.openxmlformats.org/officeDocument/2006/math">
                                <m:f>
                                  <m:fPr>
                                    <m:type m:val="skw"/>
                                    <m:ctrlPr>
                                      <a:rPr lang="en-US" sz="1200" i="1" smtClean="0">
                                        <a:latin typeface="Cambria Math" panose="02040503050406030204" pitchFamily="18" charset="0"/>
                                      </a:rPr>
                                    </m:ctrlPr>
                                  </m:fPr>
                                  <m:num>
                                    <m:r>
                                      <a:rPr lang="en-US" sz="1200" i="1">
                                        <a:latin typeface="Cambria Math" panose="02040503050406030204" pitchFamily="18" charset="0"/>
                                      </a:rPr>
                                      <m:t>¥</m:t>
                                    </m:r>
                                  </m:num>
                                  <m:den>
                                    <m:r>
                                      <a:rPr lang="en-US" sz="1200" i="1">
                                        <a:latin typeface="Cambria Math" panose="02040503050406030204" pitchFamily="18" charset="0"/>
                                      </a:rPr>
                                      <m:t>$</m:t>
                                    </m:r>
                                  </m:den>
                                </m:f>
                              </m:oMath>
                            </m:oMathPara>
                          </a14:m>
                          <a:endParaRPr lang="en-US" dirty="0"/>
                        </a:p>
                      </a:txBody>
                      <a:tcPr marL="45720" marR="45720" anchor="ctr"/>
                    </a:tc>
                    <a:tc>
                      <a:txBody>
                        <a:bodyPr/>
                        <a:lstStyle/>
                        <a:p>
                          <a:pPr algn="ctr"/>
                          <a:r>
                            <a:rPr lang="en-US" dirty="0"/>
                            <a:t>50 bp</a:t>
                          </a:r>
                        </a:p>
                      </a:txBody>
                      <a:tcPr marL="45720" marR="45720" anchor="ctr"/>
                    </a:tc>
                    <a:tc>
                      <a:txBody>
                        <a:bodyPr/>
                        <a:lstStyle/>
                        <a:p>
                          <a:pPr algn="ctr"/>
                          <a:r>
                            <a:rPr lang="en-US" dirty="0"/>
                            <a:t>47.5 bp</a:t>
                          </a:r>
                        </a:p>
                      </a:txBody>
                      <a:tcPr marL="45720" marR="45720" anchor="ctr"/>
                    </a:tc>
                    <a:extLst>
                      <a:ext uri="{0D108BD9-81ED-4DB2-BD59-A6C34878D82A}">
                        <a16:rowId xmlns:a16="http://schemas.microsoft.com/office/drawing/2014/main" val="3127357370"/>
                      </a:ext>
                    </a:extLst>
                  </a:tr>
                  <a:tr h="250990">
                    <a:tc>
                      <a:txBody>
                        <a:bodyPr/>
                        <a:lstStyle/>
                        <a:p>
                          <a:pPr algn="ctr"/>
                          <a:r>
                            <a:rPr lang="en-US" dirty="0"/>
                            <a:t>Notional</a:t>
                          </a:r>
                        </a:p>
                      </a:txBody>
                      <a:tcPr marL="45720" marR="45720" anchor="ctr"/>
                    </a:tc>
                    <a:tc>
                      <a:txBody>
                        <a:bodyPr/>
                        <a:lstStyle/>
                        <a:p>
                          <a:pPr algn="ctr"/>
                          <a14:m>
                            <m:oMathPara xmlns:m="http://schemas.openxmlformats.org/officeDocument/2006/math">
                              <m:oMathParaPr>
                                <m:jc m:val="centerGroup"/>
                              </m:oMathParaPr>
                              <m:oMath xmlns:m="http://schemas.openxmlformats.org/officeDocument/2006/math">
                                <m:sSup>
                                  <m:sSupPr>
                                    <m:ctrlPr>
                                      <a:rPr lang="en-US" sz="1200" b="0" i="1" smtClean="0">
                                        <a:latin typeface="Cambria Math" panose="02040503050406030204" pitchFamily="18" charset="0"/>
                                      </a:rPr>
                                    </m:ctrlPr>
                                  </m:sSupPr>
                                  <m:e>
                                    <m:r>
                                      <a:rPr lang="en-US" sz="1200" b="0" i="1" smtClean="0">
                                        <a:latin typeface="Cambria Math" panose="02040503050406030204" pitchFamily="18" charset="0"/>
                                      </a:rPr>
                                      <m:t>𝑁</m:t>
                                    </m:r>
                                  </m:e>
                                  <m:sup>
                                    <m:r>
                                      <a:rPr lang="en-US" sz="1200" b="0" i="1" smtClean="0">
                                        <a:latin typeface="Cambria Math" panose="02040503050406030204" pitchFamily="18" charset="0"/>
                                      </a:rPr>
                                      <m:t>𝑈𝑆𝐷</m:t>
                                    </m:r>
                                  </m:sup>
                                </m:sSup>
                              </m:oMath>
                            </m:oMathPara>
                          </a14:m>
                          <a:endParaRPr lang="en-US" dirty="0"/>
                        </a:p>
                      </a:txBody>
                      <a:tcPr marL="45720" marR="45720" anchor="ctr"/>
                    </a:tc>
                    <a:tc>
                      <a:txBody>
                        <a:bodyPr/>
                        <a:lstStyle/>
                        <a:p>
                          <a:pPr algn="ctr"/>
                          <a:r>
                            <a:rPr lang="en-US" dirty="0"/>
                            <a:t>$100</a:t>
                          </a:r>
                        </a:p>
                      </a:txBody>
                      <a:tcPr marL="45720" marR="45720" anchor="ctr"/>
                    </a:tc>
                    <a:tc>
                      <a:txBody>
                        <a:bodyPr/>
                        <a:lstStyle/>
                        <a:p>
                          <a:pPr algn="ctr"/>
                          <a:r>
                            <a:rPr lang="en-US" dirty="0"/>
                            <a:t>$100</a:t>
                          </a:r>
                        </a:p>
                      </a:txBody>
                      <a:tcPr marL="45720" marR="45720" anchor="ctr"/>
                    </a:tc>
                    <a:extLst>
                      <a:ext uri="{0D108BD9-81ED-4DB2-BD59-A6C34878D82A}">
                        <a16:rowId xmlns:a16="http://schemas.microsoft.com/office/drawing/2014/main" val="2567287641"/>
                      </a:ext>
                    </a:extLst>
                  </a:tr>
                  <a:tr h="250990">
                    <a:tc>
                      <a:txBody>
                        <a:bodyPr/>
                        <a:lstStyle/>
                        <a:p>
                          <a:pPr algn="ctr"/>
                          <a:r>
                            <a:rPr lang="en-US" dirty="0"/>
                            <a:t>Eq. Price</a:t>
                          </a:r>
                        </a:p>
                      </a:txBody>
                      <a:tcPr marL="45720" marR="45720" anchor="ctr"/>
                    </a:tc>
                    <a:tc>
                      <a:txBody>
                        <a:bodyPr/>
                        <a:lstStyle/>
                        <a:p>
                          <a:pPr algn="ctr"/>
                          <a14:m>
                            <m:oMathPara xmlns:m="http://schemas.openxmlformats.org/officeDocument/2006/math">
                              <m:oMathParaPr>
                                <m:jc m:val="centerGroup"/>
                              </m:oMathParaPr>
                              <m:oMath xmlns:m="http://schemas.openxmlformats.org/officeDocument/2006/math">
                                <m:sSup>
                                  <m:sSupPr>
                                    <m:ctrlPr>
                                      <a:rPr lang="en-US" sz="1200" b="0" i="1" smtClean="0">
                                        <a:latin typeface="Cambria Math" panose="02040503050406030204" pitchFamily="18" charset="0"/>
                                      </a:rPr>
                                    </m:ctrlPr>
                                  </m:sSupPr>
                                  <m:e>
                                    <m:r>
                                      <a:rPr lang="en-US" sz="1200" b="0" i="1" smtClean="0">
                                        <a:latin typeface="Cambria Math" panose="02040503050406030204" pitchFamily="18" charset="0"/>
                                      </a:rPr>
                                      <m:t>𝑃</m:t>
                                    </m:r>
                                  </m:e>
                                  <m:sup>
                                    <m:r>
                                      <a:rPr lang="en-US" sz="1200" b="0" i="1" smtClean="0">
                                        <a:latin typeface="Cambria Math" panose="02040503050406030204" pitchFamily="18" charset="0"/>
                                      </a:rPr>
                                      <m:t>𝐽𝑃𝑌</m:t>
                                    </m:r>
                                  </m:sup>
                                </m:sSup>
                              </m:oMath>
                            </m:oMathPara>
                          </a14:m>
                          <a:endParaRPr lang="en-US" dirty="0"/>
                        </a:p>
                      </a:txBody>
                      <a:tcPr marL="45720" marR="45720" anchor="ctr"/>
                    </a:tc>
                    <a:tc>
                      <a:txBody>
                        <a:bodyPr/>
                        <a:lstStyle/>
                        <a:p>
                          <a:pPr algn="ctr"/>
                          <a:r>
                            <a:rPr lang="en-US" dirty="0"/>
                            <a:t>¥50</a:t>
                          </a:r>
                        </a:p>
                      </a:txBody>
                      <a:tcPr marL="45720" marR="45720" anchor="ctr"/>
                    </a:tc>
                    <a:tc>
                      <a:txBody>
                        <a:bodyPr/>
                        <a:lstStyle/>
                        <a:p>
                          <a:pPr algn="ctr"/>
                          <a:r>
                            <a:rPr lang="en-US" dirty="0"/>
                            <a:t>¥50.50</a:t>
                          </a:r>
                        </a:p>
                      </a:txBody>
                      <a:tcPr marL="45720" marR="45720" anchor="ctr"/>
                    </a:tc>
                    <a:extLst>
                      <a:ext uri="{0D108BD9-81ED-4DB2-BD59-A6C34878D82A}">
                        <a16:rowId xmlns:a16="http://schemas.microsoft.com/office/drawing/2014/main" val="1582921570"/>
                      </a:ext>
                    </a:extLst>
                  </a:tr>
                  <a:tr h="250990">
                    <a:tc>
                      <a:txBody>
                        <a:bodyPr/>
                        <a:lstStyle/>
                        <a:p>
                          <a:pPr algn="ctr"/>
                          <a:r>
                            <a:rPr lang="en-US" dirty="0"/>
                            <a:t>Shares</a:t>
                          </a:r>
                        </a:p>
                      </a:txBody>
                      <a:tcPr marL="45720" marR="45720" anchor="ctr">
                        <a:lnB w="3175">
                          <a:noFill/>
                        </a:lnB>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𝑍</m:t>
                                </m:r>
                              </m:oMath>
                            </m:oMathPara>
                          </a14:m>
                          <a:endParaRPr lang="en-US" dirty="0"/>
                        </a:p>
                      </a:txBody>
                      <a:tcPr marL="45720" marR="45720" anchor="ctr">
                        <a:lnB w="3175">
                          <a:noFill/>
                        </a:lnB>
                      </a:tcPr>
                    </a:tc>
                    <a:tc>
                      <a:txBody>
                        <a:bodyPr/>
                        <a:lstStyle/>
                        <a:p>
                          <a:pPr algn="ctr"/>
                          <a:r>
                            <a:rPr lang="en-US" dirty="0"/>
                            <a:t>400</a:t>
                          </a:r>
                        </a:p>
                      </a:txBody>
                      <a:tcPr marL="45720" marR="45720" anchor="ctr">
                        <a:lnB w="3175">
                          <a:noFill/>
                        </a:lnB>
                      </a:tcPr>
                    </a:tc>
                    <a:tc>
                      <a:txBody>
                        <a:bodyPr/>
                        <a:lstStyle/>
                        <a:p>
                          <a:pPr algn="ctr"/>
                          <a:r>
                            <a:rPr lang="en-US" dirty="0"/>
                            <a:t>400</a:t>
                          </a:r>
                        </a:p>
                      </a:txBody>
                      <a:tcPr marL="45720" marR="45720" anchor="ctr">
                        <a:lnB w="3175">
                          <a:noFill/>
                        </a:lnB>
                      </a:tcPr>
                    </a:tc>
                    <a:extLst>
                      <a:ext uri="{0D108BD9-81ED-4DB2-BD59-A6C34878D82A}">
                        <a16:rowId xmlns:a16="http://schemas.microsoft.com/office/drawing/2014/main" val="2778286489"/>
                      </a:ext>
                    </a:extLst>
                  </a:tr>
                  <a:tr h="250990">
                    <a:tc>
                      <a:txBody>
                        <a:bodyPr/>
                        <a:lstStyle/>
                        <a:p>
                          <a:pPr algn="ctr"/>
                          <a:endParaRPr lang="en-US" dirty="0"/>
                        </a:p>
                      </a:txBody>
                      <a:tcPr marL="45720" marR="45720" anchor="ctr">
                        <a:lnL>
                          <a:noFill/>
                        </a:lnL>
                        <a:lnR>
                          <a:noFill/>
                        </a:lnR>
                        <a:lnT w="3175">
                          <a:noFill/>
                        </a:lnT>
                        <a:lnB w="3175">
                          <a:noFill/>
                        </a:lnB>
                        <a:lnTlToBr w="12700" cmpd="sng">
                          <a:noFill/>
                          <a:prstDash val="solid"/>
                        </a:lnTlToBr>
                        <a:lnBlToTr w="12700" cmpd="sng">
                          <a:noFill/>
                          <a:prstDash val="solid"/>
                        </a:lnBlToTr>
                        <a:solidFill>
                          <a:schemeClr val="tx1"/>
                        </a:solidFill>
                      </a:tcPr>
                    </a:tc>
                    <a:tc>
                      <a:txBody>
                        <a:bodyPr/>
                        <a:lstStyle/>
                        <a:p>
                          <a:pPr algn="ctr"/>
                          <a:endParaRPr lang="en-US" dirty="0"/>
                        </a:p>
                      </a:txBody>
                      <a:tcPr marL="45720" marR="45720" anchor="ctr">
                        <a:lnL>
                          <a:noFill/>
                        </a:lnL>
                        <a:lnR>
                          <a:noFill/>
                        </a:lnR>
                        <a:lnT w="3175">
                          <a:noFill/>
                        </a:lnT>
                        <a:lnB w="3175">
                          <a:noFill/>
                        </a:lnB>
                        <a:lnTlToBr w="12700" cmpd="sng">
                          <a:noFill/>
                          <a:prstDash val="solid"/>
                        </a:lnTlToBr>
                        <a:lnBlToTr w="12700" cmpd="sng">
                          <a:noFill/>
                          <a:prstDash val="solid"/>
                        </a:lnBlToTr>
                        <a:solidFill>
                          <a:schemeClr val="tx1"/>
                        </a:solidFill>
                      </a:tcPr>
                    </a:tc>
                    <a:tc>
                      <a:txBody>
                        <a:bodyPr/>
                        <a:lstStyle/>
                        <a:p>
                          <a:pPr algn="ctr"/>
                          <a:endParaRPr lang="en-US" dirty="0"/>
                        </a:p>
                      </a:txBody>
                      <a:tcPr marL="45720" marR="45720" anchor="ctr">
                        <a:lnL>
                          <a:noFill/>
                        </a:lnL>
                        <a:lnR>
                          <a:noFill/>
                        </a:lnR>
                        <a:lnT w="3175">
                          <a:noFill/>
                        </a:lnT>
                        <a:lnB w="3175">
                          <a:noFill/>
                        </a:lnB>
                        <a:lnTlToBr w="12700" cmpd="sng">
                          <a:noFill/>
                          <a:prstDash val="solid"/>
                        </a:lnTlToBr>
                        <a:lnBlToTr w="12700" cmpd="sng">
                          <a:noFill/>
                          <a:prstDash val="solid"/>
                        </a:lnBlToTr>
                        <a:solidFill>
                          <a:schemeClr val="tx1"/>
                        </a:solidFill>
                      </a:tcPr>
                    </a:tc>
                    <a:tc>
                      <a:txBody>
                        <a:bodyPr/>
                        <a:lstStyle/>
                        <a:p>
                          <a:pPr algn="ctr"/>
                          <a:endParaRPr lang="en-US" dirty="0"/>
                        </a:p>
                      </a:txBody>
                      <a:tcPr marL="45720" marR="45720" anchor="ctr">
                        <a:lnL>
                          <a:noFill/>
                        </a:lnL>
                        <a:lnR>
                          <a:noFill/>
                        </a:lnR>
                        <a:lnT w="3175">
                          <a:noFill/>
                        </a:lnT>
                        <a:lnB w="3175">
                          <a:noFill/>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2308571142"/>
                      </a:ext>
                    </a:extLst>
                  </a:tr>
                  <a:tr h="250990">
                    <a:tc>
                      <a:txBody>
                        <a:bodyPr/>
                        <a:lstStyle/>
                        <a:p>
                          <a:pPr algn="ctr"/>
                          <a:r>
                            <a:rPr lang="en-US" dirty="0"/>
                            <a:t>CLGM sends to TRS Counterparty</a:t>
                          </a:r>
                        </a:p>
                      </a:txBody>
                      <a:tcPr marL="45720" marR="45720" anchor="ctr">
                        <a:lnT w="3175">
                          <a:noFill/>
                        </a:lnT>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sSubSup>
                                <m:sSubSupPr>
                                  <m:ctrlPr>
                                    <a:rPr lang="en-US" sz="1200" i="1" smtClean="0">
                                      <a:latin typeface="Cambria Math" panose="02040503050406030204" pitchFamily="18" charset="0"/>
                                    </a:rPr>
                                  </m:ctrlPr>
                                </m:sSubSupPr>
                                <m:e>
                                  <m:r>
                                    <a:rPr lang="en-US" sz="1200" i="1">
                                      <a:latin typeface="Cambria Math" panose="02040503050406030204" pitchFamily="18" charset="0"/>
                                    </a:rPr>
                                    <m:t>𝑁</m:t>
                                  </m:r>
                                </m:e>
                                <m:sub>
                                  <m:r>
                                    <a:rPr lang="en-US" sz="1200" i="1">
                                      <a:latin typeface="Cambria Math" panose="02040503050406030204" pitchFamily="18" charset="0"/>
                                    </a:rPr>
                                    <m:t>0</m:t>
                                  </m:r>
                                </m:sub>
                                <m:sup>
                                  <m:r>
                                    <a:rPr lang="en-US" sz="1200" i="1">
                                      <a:latin typeface="Cambria Math" panose="02040503050406030204" pitchFamily="18" charset="0"/>
                                    </a:rPr>
                                    <m:t>𝑈𝑆𝐷</m:t>
                                  </m:r>
                                </m:sup>
                              </m:sSubSup>
                              <m:r>
                                <m:rPr>
                                  <m:nor/>
                                </m:rPr>
                                <a:rPr lang="en-US" sz="1200" dirty="0"/>
                                <m:t> </m:t>
                              </m:r>
                              <m:r>
                                <m:rPr>
                                  <m:nor/>
                                </m:rPr>
                                <a:rPr lang="en-US" sz="1200" dirty="0"/>
                                <m:t>X</m:t>
                              </m:r>
                            </m:oMath>
                          </a14:m>
                          <a:r>
                            <a:rPr lang="en-US" sz="1200" dirty="0"/>
                            <a:t> </a:t>
                          </a:r>
                          <a14:m>
                            <m:oMath xmlns:m="http://schemas.openxmlformats.org/officeDocument/2006/math">
                              <m:r>
                                <a:rPr lang="en-US" sz="1200" b="0" i="1" smtClean="0">
                                  <a:latin typeface="Cambria Math" panose="02040503050406030204" pitchFamily="18" charset="0"/>
                                </a:rPr>
                                <m:t>(</m:t>
                              </m:r>
                              <m:f>
                                <m:fPr>
                                  <m:ctrlPr>
                                    <a:rPr lang="en-US" sz="1200" i="1">
                                      <a:latin typeface="Cambria Math" panose="02040503050406030204" pitchFamily="18" charset="0"/>
                                    </a:rPr>
                                  </m:ctrlPr>
                                </m:fPr>
                                <m:num>
                                  <m:sSubSup>
                                    <m:sSubSupPr>
                                      <m:ctrlPr>
                                        <a:rPr lang="en-US" sz="1200" i="1">
                                          <a:latin typeface="Cambria Math" panose="02040503050406030204" pitchFamily="18" charset="0"/>
                                        </a:rPr>
                                      </m:ctrlPr>
                                    </m:sSubSupPr>
                                    <m:e>
                                      <m:r>
                                        <a:rPr lang="en-US" sz="1200" i="1">
                                          <a:latin typeface="Cambria Math" panose="02040503050406030204" pitchFamily="18" charset="0"/>
                                        </a:rPr>
                                        <m:t>𝑃</m:t>
                                      </m:r>
                                    </m:e>
                                    <m:sub>
                                      <m:r>
                                        <a:rPr lang="en-US" sz="1200" i="1">
                                          <a:latin typeface="Cambria Math" panose="02040503050406030204" pitchFamily="18" charset="0"/>
                                        </a:rPr>
                                        <m:t>1</m:t>
                                      </m:r>
                                    </m:sub>
                                    <m:sup>
                                      <m:r>
                                        <a:rPr lang="en-US" sz="1200" i="1">
                                          <a:latin typeface="Cambria Math" panose="02040503050406030204" pitchFamily="18" charset="0"/>
                                        </a:rPr>
                                        <m:t>𝐽𝑃𝑌</m:t>
                                      </m:r>
                                    </m:sup>
                                  </m:sSubSup>
                                </m:num>
                                <m:den>
                                  <m:sSubSup>
                                    <m:sSubSupPr>
                                      <m:ctrlPr>
                                        <a:rPr lang="en-US" sz="1200" i="1">
                                          <a:latin typeface="Cambria Math" panose="02040503050406030204" pitchFamily="18" charset="0"/>
                                        </a:rPr>
                                      </m:ctrlPr>
                                    </m:sSubSupPr>
                                    <m:e>
                                      <m:r>
                                        <a:rPr lang="en-US" sz="1200" i="1">
                                          <a:latin typeface="Cambria Math" panose="02040503050406030204" pitchFamily="18" charset="0"/>
                                        </a:rPr>
                                        <m:t>𝑃</m:t>
                                      </m:r>
                                    </m:e>
                                    <m:sub>
                                      <m:r>
                                        <a:rPr lang="en-US" sz="1200" i="1">
                                          <a:latin typeface="Cambria Math" panose="02040503050406030204" pitchFamily="18" charset="0"/>
                                        </a:rPr>
                                        <m:t>0</m:t>
                                      </m:r>
                                    </m:sub>
                                    <m:sup>
                                      <m:r>
                                        <a:rPr lang="en-US" sz="1200" i="1">
                                          <a:latin typeface="Cambria Math" panose="02040503050406030204" pitchFamily="18" charset="0"/>
                                        </a:rPr>
                                        <m:t>𝐽𝑃𝑌</m:t>
                                      </m:r>
                                    </m:sup>
                                  </m:sSubSup>
                                </m:den>
                              </m:f>
                              <m:r>
                                <a:rPr lang="en-US" sz="1200" b="0" i="1" smtClean="0">
                                  <a:latin typeface="Cambria Math" panose="02040503050406030204" pitchFamily="18" charset="0"/>
                                </a:rPr>
                                <m:t>𝑋</m:t>
                              </m:r>
                              <m:f>
                                <m:fPr>
                                  <m:ctrlPr>
                                    <a:rPr lang="en-US" sz="1200" i="1" dirty="0">
                                      <a:latin typeface="Cambria Math" panose="02040503050406030204" pitchFamily="18" charset="0"/>
                                    </a:rPr>
                                  </m:ctrlPr>
                                </m:fPr>
                                <m:num>
                                  <m:sSub>
                                    <m:sSubPr>
                                      <m:ctrlPr>
                                        <a:rPr lang="en-US" sz="1200" i="1">
                                          <a:latin typeface="Cambria Math" panose="02040503050406030204" pitchFamily="18" charset="0"/>
                                        </a:rPr>
                                      </m:ctrlPr>
                                    </m:sSubPr>
                                    <m:e>
                                      <m:f>
                                        <m:fPr>
                                          <m:type m:val="skw"/>
                                          <m:ctrlPr>
                                            <a:rPr lang="en-US" sz="1200" i="1">
                                              <a:latin typeface="Cambria Math" panose="02040503050406030204" pitchFamily="18" charset="0"/>
                                            </a:rPr>
                                          </m:ctrlPr>
                                        </m:fPr>
                                        <m:num>
                                          <m:r>
                                            <a:rPr lang="en-US" sz="1200" i="1">
                                              <a:latin typeface="Cambria Math" panose="02040503050406030204" pitchFamily="18" charset="0"/>
                                            </a:rPr>
                                            <m:t>¥</m:t>
                                          </m:r>
                                        </m:num>
                                        <m:den>
                                          <m:r>
                                            <a:rPr lang="en-US" sz="1200" i="1">
                                              <a:latin typeface="Cambria Math" panose="02040503050406030204" pitchFamily="18" charset="0"/>
                                            </a:rPr>
                                            <m:t>$</m:t>
                                          </m:r>
                                        </m:den>
                                      </m:f>
                                    </m:e>
                                    <m:sub>
                                      <m:r>
                                        <a:rPr lang="en-US" sz="1200" i="1">
                                          <a:latin typeface="Cambria Math" panose="02040503050406030204" pitchFamily="18" charset="0"/>
                                        </a:rPr>
                                        <m:t>1</m:t>
                                      </m:r>
                                    </m:sub>
                                  </m:sSub>
                                </m:num>
                                <m:den>
                                  <m:sSub>
                                    <m:sSubPr>
                                      <m:ctrlPr>
                                        <a:rPr lang="en-US" sz="1200" i="1">
                                          <a:latin typeface="Cambria Math" panose="02040503050406030204" pitchFamily="18" charset="0"/>
                                        </a:rPr>
                                      </m:ctrlPr>
                                    </m:sSubPr>
                                    <m:e>
                                      <m:f>
                                        <m:fPr>
                                          <m:type m:val="skw"/>
                                          <m:ctrlPr>
                                            <a:rPr lang="en-US" sz="1200" i="1">
                                              <a:latin typeface="Cambria Math" panose="02040503050406030204" pitchFamily="18" charset="0"/>
                                            </a:rPr>
                                          </m:ctrlPr>
                                        </m:fPr>
                                        <m:num>
                                          <m:r>
                                            <a:rPr lang="en-US" sz="1200" i="1">
                                              <a:latin typeface="Cambria Math" panose="02040503050406030204" pitchFamily="18" charset="0"/>
                                            </a:rPr>
                                            <m:t>¥</m:t>
                                          </m:r>
                                        </m:num>
                                        <m:den>
                                          <m:r>
                                            <a:rPr lang="en-US" sz="1200" i="1">
                                              <a:latin typeface="Cambria Math" panose="02040503050406030204" pitchFamily="18" charset="0"/>
                                            </a:rPr>
                                            <m:t>$</m:t>
                                          </m:r>
                                        </m:den>
                                      </m:f>
                                    </m:e>
                                    <m:sub>
                                      <m:r>
                                        <a:rPr lang="en-US" sz="1200" i="1">
                                          <a:latin typeface="Cambria Math" panose="02040503050406030204" pitchFamily="18" charset="0"/>
                                        </a:rPr>
                                        <m:t>0</m:t>
                                      </m:r>
                                    </m:sub>
                                  </m:sSub>
                                </m:den>
                              </m:f>
                              <m:r>
                                <a:rPr lang="en-US" sz="1200" b="0" i="1" smtClean="0">
                                  <a:latin typeface="Cambria Math" panose="02040503050406030204" pitchFamily="18" charset="0"/>
                                </a:rPr>
                                <m:t>)</m:t>
                              </m:r>
                            </m:oMath>
                          </a14:m>
                          <a:endParaRPr lang="en-US" sz="1200" dirty="0"/>
                        </a:p>
                      </a:txBody>
                      <a:tcPr marL="45720" marR="45720" anchor="ctr">
                        <a:lnT w="3175">
                          <a:noFill/>
                        </a:lnT>
                      </a:tcPr>
                    </a:tc>
                    <a:tc>
                      <a:txBody>
                        <a:bodyPr/>
                        <a:lstStyle/>
                        <a:p>
                          <a:pPr algn="ctr"/>
                          <a:r>
                            <a:rPr lang="en-US" dirty="0"/>
                            <a:t>-</a:t>
                          </a:r>
                        </a:p>
                      </a:txBody>
                      <a:tcPr marL="45720" marR="45720" anchor="ctr">
                        <a:lnT w="3175">
                          <a:noFill/>
                        </a:lnT>
                      </a:tcPr>
                    </a:tc>
                    <a:tc>
                      <a:txBody>
                        <a:bodyPr/>
                        <a:lstStyle/>
                        <a:p>
                          <a:pPr algn="ctr"/>
                          <a:r>
                            <a:rPr lang="en-US" dirty="0"/>
                            <a:t>$100 X (47.5/50 X ¥50.50/¥50)</a:t>
                          </a:r>
                        </a:p>
                        <a:p>
                          <a:pPr algn="ctr"/>
                          <a:r>
                            <a:rPr lang="en-US" dirty="0"/>
                            <a:t>= $ 95.95</a:t>
                          </a:r>
                        </a:p>
                      </a:txBody>
                      <a:tcPr marL="45720" marR="45720" anchor="ctr">
                        <a:lnT w="3175">
                          <a:noFill/>
                        </a:lnT>
                      </a:tcPr>
                    </a:tc>
                    <a:extLst>
                      <a:ext uri="{0D108BD9-81ED-4DB2-BD59-A6C34878D82A}">
                        <a16:rowId xmlns:a16="http://schemas.microsoft.com/office/drawing/2014/main" val="2977396812"/>
                      </a:ext>
                    </a:extLst>
                  </a:tr>
                  <a:tr h="250990">
                    <a:tc>
                      <a:txBody>
                        <a:bodyPr/>
                        <a:lstStyle/>
                        <a:p>
                          <a:pPr algn="ctr"/>
                          <a:r>
                            <a:rPr lang="en-US" dirty="0"/>
                            <a:t>CLGM gets from TRS Counterparty</a:t>
                          </a:r>
                        </a:p>
                      </a:txBody>
                      <a:tcPr marL="45720" marR="4572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lang="en-US" sz="1200" i="1" smtClean="0">
                                        <a:latin typeface="Cambria Math" panose="02040503050406030204" pitchFamily="18" charset="0"/>
                                      </a:rPr>
                                    </m:ctrlPr>
                                  </m:sSubSupPr>
                                  <m:e>
                                    <m:r>
                                      <a:rPr lang="en-US" sz="1200" i="1">
                                        <a:latin typeface="Cambria Math" panose="02040503050406030204" pitchFamily="18" charset="0"/>
                                      </a:rPr>
                                      <m:t>𝑁</m:t>
                                    </m:r>
                                  </m:e>
                                  <m:sub>
                                    <m:r>
                                      <a:rPr lang="en-US" sz="1200" i="1">
                                        <a:latin typeface="Cambria Math" panose="02040503050406030204" pitchFamily="18" charset="0"/>
                                      </a:rPr>
                                      <m:t>0</m:t>
                                    </m:r>
                                  </m:sub>
                                  <m:sup>
                                    <m:r>
                                      <a:rPr lang="en-US" sz="1200" i="1">
                                        <a:latin typeface="Cambria Math" panose="02040503050406030204" pitchFamily="18" charset="0"/>
                                      </a:rPr>
                                      <m:t>𝑈𝑆𝐷</m:t>
                                    </m:r>
                                  </m:sup>
                                </m:sSubSup>
                                <m:r>
                                  <a:rPr lang="en-US" sz="1200" b="0" i="1" smtClean="0">
                                    <a:latin typeface="Cambria Math" panose="02040503050406030204" pitchFamily="18" charset="0"/>
                                  </a:rPr>
                                  <m:t>+</m:t>
                                </m:r>
                                <m:sSub>
                                  <m:sSubPr>
                                    <m:ctrlPr>
                                      <a:rPr lang="en-US" sz="1200" i="1">
                                        <a:latin typeface="Cambria Math" panose="02040503050406030204" pitchFamily="18" charset="0"/>
                                      </a:rPr>
                                    </m:ctrlPr>
                                  </m:sSubPr>
                                  <m:e>
                                    <m:r>
                                      <a:rPr lang="en-US" sz="1200" i="1">
                                        <a:latin typeface="Cambria Math" panose="02040503050406030204" pitchFamily="18" charset="0"/>
                                      </a:rPr>
                                      <m:t>𝑟</m:t>
                                    </m:r>
                                  </m:e>
                                  <m:sub>
                                    <m:r>
                                      <a:rPr lang="en-US" sz="1200" b="0" i="1" smtClean="0">
                                        <a:latin typeface="Cambria Math" panose="02040503050406030204" pitchFamily="18" charset="0"/>
                                      </a:rPr>
                                      <m:t>𝑇𝑅𝑆</m:t>
                                    </m:r>
                                  </m:sub>
                                </m:sSub>
                                <m:r>
                                  <a:rPr lang="en-US" sz="1200" i="1">
                                    <a:latin typeface="Cambria Math" panose="02040503050406030204" pitchFamily="18" charset="0"/>
                                    <a:ea typeface="Cambria Math" panose="02040503050406030204" pitchFamily="18" charset="0"/>
                                  </a:rPr>
                                  <m:t>∆</m:t>
                                </m:r>
                                <m:r>
                                  <a:rPr lang="en-US" sz="1200" i="1">
                                    <a:latin typeface="Cambria Math" panose="02040503050406030204" pitchFamily="18" charset="0"/>
                                    <a:ea typeface="Cambria Math" panose="02040503050406030204" pitchFamily="18" charset="0"/>
                                  </a:rPr>
                                  <m:t>𝑡</m:t>
                                </m:r>
                              </m:oMath>
                            </m:oMathPara>
                          </a14:m>
                          <a:endParaRPr lang="en-US" sz="1200" dirty="0"/>
                        </a:p>
                      </a:txBody>
                      <a:tcPr marL="45720" marR="45720" anchor="ctr"/>
                    </a:tc>
                    <a:tc>
                      <a:txBody>
                        <a:bodyPr/>
                        <a:lstStyle/>
                        <a:p>
                          <a:pPr algn="ctr"/>
                          <a:r>
                            <a:rPr lang="en-US" dirty="0"/>
                            <a:t>-</a:t>
                          </a:r>
                        </a:p>
                      </a:txBody>
                      <a:tcPr marL="45720" marR="45720" anchor="ctr"/>
                    </a:tc>
                    <a:tc>
                      <a:txBody>
                        <a:bodyPr/>
                        <a:lstStyle/>
                        <a:p>
                          <a:pPr algn="ctr"/>
                          <a:r>
                            <a:rPr lang="en-US" dirty="0"/>
                            <a:t>$100 + funding leg</a:t>
                          </a:r>
                        </a:p>
                      </a:txBody>
                      <a:tcPr marL="45720" marR="45720" anchor="ctr"/>
                    </a:tc>
                    <a:extLst>
                      <a:ext uri="{0D108BD9-81ED-4DB2-BD59-A6C34878D82A}">
                        <a16:rowId xmlns:a16="http://schemas.microsoft.com/office/drawing/2014/main" val="3256025571"/>
                      </a:ext>
                    </a:extLst>
                  </a:tr>
                </a:tbl>
              </a:graphicData>
            </a:graphic>
          </p:graphicFrame>
        </mc:Choice>
        <mc:Fallback xmlns="">
          <p:graphicFrame>
            <p:nvGraphicFramePr>
              <p:cNvPr id="109" name="Table 108">
                <a:extLst>
                  <a:ext uri="{FF2B5EF4-FFF2-40B4-BE49-F238E27FC236}">
                    <a16:creationId xmlns:a16="http://schemas.microsoft.com/office/drawing/2014/main" id="{87A10D73-E3ED-E375-72B7-E95F6DEF36C3}"/>
                  </a:ext>
                </a:extLst>
              </p:cNvPr>
              <p:cNvGraphicFramePr>
                <a:graphicFrameLocks noGrp="1"/>
              </p:cNvGraphicFramePr>
              <p:nvPr>
                <p:extLst>
                  <p:ext uri="{D42A27DB-BD31-4B8C-83A1-F6EECF244321}">
                    <p14:modId xmlns:p14="http://schemas.microsoft.com/office/powerpoint/2010/main" val="1073040482"/>
                  </p:ext>
                </p:extLst>
              </p:nvPr>
            </p:nvGraphicFramePr>
            <p:xfrm>
              <a:off x="7088634" y="2294382"/>
              <a:ext cx="3938851" cy="3185986"/>
            </p:xfrm>
            <a:graphic>
              <a:graphicData uri="http://schemas.openxmlformats.org/drawingml/2006/table">
                <a:tbl>
                  <a:tblPr firstRow="1" bandRow="1">
                    <a:tableStyleId>{1855C301-2E48-4616-92C6-8471D0A9830A}</a:tableStyleId>
                  </a:tblPr>
                  <a:tblGrid>
                    <a:gridCol w="1045778">
                      <a:extLst>
                        <a:ext uri="{9D8B030D-6E8A-4147-A177-3AD203B41FA5}">
                          <a16:colId xmlns:a16="http://schemas.microsoft.com/office/drawing/2014/main" val="3081288802"/>
                        </a:ext>
                      </a:extLst>
                    </a:gridCol>
                    <a:gridCol w="1045778">
                      <a:extLst>
                        <a:ext uri="{9D8B030D-6E8A-4147-A177-3AD203B41FA5}">
                          <a16:colId xmlns:a16="http://schemas.microsoft.com/office/drawing/2014/main" val="1993531363"/>
                        </a:ext>
                      </a:extLst>
                    </a:gridCol>
                    <a:gridCol w="882937">
                      <a:extLst>
                        <a:ext uri="{9D8B030D-6E8A-4147-A177-3AD203B41FA5}">
                          <a16:colId xmlns:a16="http://schemas.microsoft.com/office/drawing/2014/main" val="13692491"/>
                        </a:ext>
                      </a:extLst>
                    </a:gridCol>
                    <a:gridCol w="964358">
                      <a:extLst>
                        <a:ext uri="{9D8B030D-6E8A-4147-A177-3AD203B41FA5}">
                          <a16:colId xmlns:a16="http://schemas.microsoft.com/office/drawing/2014/main" val="2080963811"/>
                        </a:ext>
                      </a:extLst>
                    </a:gridCol>
                  </a:tblGrid>
                  <a:tr h="274320">
                    <a:tc>
                      <a:txBody>
                        <a:bodyPr/>
                        <a:lstStyle/>
                        <a:p>
                          <a:pPr algn="ctr"/>
                          <a:r>
                            <a:rPr lang="en-US" dirty="0"/>
                            <a:t>Metric</a:t>
                          </a:r>
                        </a:p>
                      </a:txBody>
                      <a:tcPr marL="45720" marR="45720" anchor="ctr"/>
                    </a:tc>
                    <a:tc>
                      <a:txBody>
                        <a:bodyPr/>
                        <a:lstStyle/>
                        <a:p>
                          <a:pPr algn="ctr"/>
                          <a:r>
                            <a:rPr lang="en-US" dirty="0"/>
                            <a:t>Symbol</a:t>
                          </a:r>
                        </a:p>
                      </a:txBody>
                      <a:tcPr marL="45720" marR="45720" anchor="ctr"/>
                    </a:tc>
                    <a:tc>
                      <a:txBody>
                        <a:bodyPr/>
                        <a:lstStyle/>
                        <a:p>
                          <a:pPr algn="ctr"/>
                          <a:r>
                            <a:rPr lang="en-US" dirty="0"/>
                            <a:t>t=0</a:t>
                          </a:r>
                        </a:p>
                      </a:txBody>
                      <a:tcPr marL="45720" marR="45720" anchor="ctr"/>
                    </a:tc>
                    <a:tc>
                      <a:txBody>
                        <a:bodyPr/>
                        <a:lstStyle/>
                        <a:p>
                          <a:pPr algn="ctr"/>
                          <a:r>
                            <a:rPr lang="en-US" dirty="0"/>
                            <a:t>t=1</a:t>
                          </a:r>
                        </a:p>
                      </a:txBody>
                      <a:tcPr marL="45720" marR="45720" anchor="ctr"/>
                    </a:tc>
                    <a:extLst>
                      <a:ext uri="{0D108BD9-81ED-4DB2-BD59-A6C34878D82A}">
                        <a16:rowId xmlns:a16="http://schemas.microsoft.com/office/drawing/2014/main" val="864709899"/>
                      </a:ext>
                    </a:extLst>
                  </a:tr>
                  <a:tr h="350711">
                    <a:tc>
                      <a:txBody>
                        <a:bodyPr/>
                        <a:lstStyle/>
                        <a:p>
                          <a:pPr algn="ctr"/>
                          <a:r>
                            <a:rPr lang="en-US" dirty="0"/>
                            <a:t>JPY/USD</a:t>
                          </a:r>
                        </a:p>
                      </a:txBody>
                      <a:tcPr marL="45720" marR="45720" anchor="ctr"/>
                    </a:tc>
                    <a:tc>
                      <a:txBody>
                        <a:bodyPr/>
                        <a:lstStyle/>
                        <a:p>
                          <a:endParaRPr lang="en-US"/>
                        </a:p>
                      </a:txBody>
                      <a:tcPr marL="45720" marR="45720" anchor="ctr">
                        <a:blipFill>
                          <a:blip r:embed="rId3"/>
                          <a:stretch>
                            <a:fillRect l="-100000" t="-93103" r="-177326" b="-736207"/>
                          </a:stretch>
                        </a:blipFill>
                      </a:tcPr>
                    </a:tc>
                    <a:tc>
                      <a:txBody>
                        <a:bodyPr/>
                        <a:lstStyle/>
                        <a:p>
                          <a:pPr algn="ctr"/>
                          <a:r>
                            <a:rPr lang="en-US" dirty="0"/>
                            <a:t>50 bp</a:t>
                          </a:r>
                        </a:p>
                      </a:txBody>
                      <a:tcPr marL="45720" marR="45720" anchor="ctr"/>
                    </a:tc>
                    <a:tc>
                      <a:txBody>
                        <a:bodyPr/>
                        <a:lstStyle/>
                        <a:p>
                          <a:pPr algn="ctr"/>
                          <a:r>
                            <a:rPr lang="en-US" dirty="0"/>
                            <a:t>47.5 bp</a:t>
                          </a:r>
                        </a:p>
                      </a:txBody>
                      <a:tcPr marL="45720" marR="45720" anchor="ctr"/>
                    </a:tc>
                    <a:extLst>
                      <a:ext uri="{0D108BD9-81ED-4DB2-BD59-A6C34878D82A}">
                        <a16:rowId xmlns:a16="http://schemas.microsoft.com/office/drawing/2014/main" val="3127357370"/>
                      </a:ext>
                    </a:extLst>
                  </a:tr>
                  <a:tr h="274955">
                    <a:tc>
                      <a:txBody>
                        <a:bodyPr/>
                        <a:lstStyle/>
                        <a:p>
                          <a:pPr algn="ctr"/>
                          <a:r>
                            <a:rPr lang="en-US" dirty="0"/>
                            <a:t>Notional</a:t>
                          </a:r>
                        </a:p>
                      </a:txBody>
                      <a:tcPr marL="45720" marR="45720" anchor="ctr"/>
                    </a:tc>
                    <a:tc>
                      <a:txBody>
                        <a:bodyPr/>
                        <a:lstStyle/>
                        <a:p>
                          <a:endParaRPr lang="en-US"/>
                        </a:p>
                      </a:txBody>
                      <a:tcPr marL="45720" marR="45720" anchor="ctr">
                        <a:blipFill>
                          <a:blip r:embed="rId3"/>
                          <a:stretch>
                            <a:fillRect l="-100000" t="-248889" r="-177326" b="-848889"/>
                          </a:stretch>
                        </a:blipFill>
                      </a:tcPr>
                    </a:tc>
                    <a:tc>
                      <a:txBody>
                        <a:bodyPr/>
                        <a:lstStyle/>
                        <a:p>
                          <a:pPr algn="ctr"/>
                          <a:r>
                            <a:rPr lang="en-US" dirty="0"/>
                            <a:t>$100</a:t>
                          </a:r>
                        </a:p>
                      </a:txBody>
                      <a:tcPr marL="45720" marR="45720" anchor="ctr"/>
                    </a:tc>
                    <a:tc>
                      <a:txBody>
                        <a:bodyPr/>
                        <a:lstStyle/>
                        <a:p>
                          <a:pPr algn="ctr"/>
                          <a:r>
                            <a:rPr lang="en-US" dirty="0"/>
                            <a:t>$100</a:t>
                          </a:r>
                        </a:p>
                      </a:txBody>
                      <a:tcPr marL="45720" marR="45720" anchor="ctr"/>
                    </a:tc>
                    <a:extLst>
                      <a:ext uri="{0D108BD9-81ED-4DB2-BD59-A6C34878D82A}">
                        <a16:rowId xmlns:a16="http://schemas.microsoft.com/office/drawing/2014/main" val="2567287641"/>
                      </a:ext>
                    </a:extLst>
                  </a:tr>
                  <a:tr h="274320">
                    <a:tc>
                      <a:txBody>
                        <a:bodyPr/>
                        <a:lstStyle/>
                        <a:p>
                          <a:pPr algn="ctr"/>
                          <a:r>
                            <a:rPr lang="en-US" dirty="0"/>
                            <a:t>Eq. Price</a:t>
                          </a:r>
                        </a:p>
                      </a:txBody>
                      <a:tcPr marL="45720" marR="45720" anchor="ctr"/>
                    </a:tc>
                    <a:tc>
                      <a:txBody>
                        <a:bodyPr/>
                        <a:lstStyle/>
                        <a:p>
                          <a:endParaRPr lang="en-US"/>
                        </a:p>
                      </a:txBody>
                      <a:tcPr marL="45720" marR="45720" anchor="ctr">
                        <a:blipFill>
                          <a:blip r:embed="rId3"/>
                          <a:stretch>
                            <a:fillRect l="-100000" t="-348889" r="-177326" b="-748889"/>
                          </a:stretch>
                        </a:blipFill>
                      </a:tcPr>
                    </a:tc>
                    <a:tc>
                      <a:txBody>
                        <a:bodyPr/>
                        <a:lstStyle/>
                        <a:p>
                          <a:pPr algn="ctr"/>
                          <a:r>
                            <a:rPr lang="en-US" dirty="0"/>
                            <a:t>¥50</a:t>
                          </a:r>
                        </a:p>
                      </a:txBody>
                      <a:tcPr marL="45720" marR="45720" anchor="ctr"/>
                    </a:tc>
                    <a:tc>
                      <a:txBody>
                        <a:bodyPr/>
                        <a:lstStyle/>
                        <a:p>
                          <a:pPr algn="ctr"/>
                          <a:r>
                            <a:rPr lang="en-US" dirty="0"/>
                            <a:t>¥50.50</a:t>
                          </a:r>
                        </a:p>
                      </a:txBody>
                      <a:tcPr marL="45720" marR="45720" anchor="ctr"/>
                    </a:tc>
                    <a:extLst>
                      <a:ext uri="{0D108BD9-81ED-4DB2-BD59-A6C34878D82A}">
                        <a16:rowId xmlns:a16="http://schemas.microsoft.com/office/drawing/2014/main" val="1582921570"/>
                      </a:ext>
                    </a:extLst>
                  </a:tr>
                  <a:tr h="274320">
                    <a:tc>
                      <a:txBody>
                        <a:bodyPr/>
                        <a:lstStyle/>
                        <a:p>
                          <a:pPr algn="ctr"/>
                          <a:r>
                            <a:rPr lang="en-US" dirty="0"/>
                            <a:t>Shares</a:t>
                          </a:r>
                        </a:p>
                      </a:txBody>
                      <a:tcPr marL="45720" marR="45720" anchor="ctr">
                        <a:lnB w="3175">
                          <a:noFill/>
                        </a:lnB>
                      </a:tcPr>
                    </a:tc>
                    <a:tc>
                      <a:txBody>
                        <a:bodyPr/>
                        <a:lstStyle/>
                        <a:p>
                          <a:endParaRPr lang="en-US"/>
                        </a:p>
                      </a:txBody>
                      <a:tcPr marL="45720" marR="45720" anchor="ctr">
                        <a:lnB w="3175">
                          <a:noFill/>
                        </a:lnB>
                        <a:blipFill>
                          <a:blip r:embed="rId3"/>
                          <a:stretch>
                            <a:fillRect l="-100000" t="-448889" r="-177326" b="-648889"/>
                          </a:stretch>
                        </a:blipFill>
                      </a:tcPr>
                    </a:tc>
                    <a:tc>
                      <a:txBody>
                        <a:bodyPr/>
                        <a:lstStyle/>
                        <a:p>
                          <a:pPr algn="ctr"/>
                          <a:r>
                            <a:rPr lang="en-US" dirty="0"/>
                            <a:t>400</a:t>
                          </a:r>
                        </a:p>
                      </a:txBody>
                      <a:tcPr marL="45720" marR="45720" anchor="ctr">
                        <a:lnB w="3175">
                          <a:noFill/>
                        </a:lnB>
                      </a:tcPr>
                    </a:tc>
                    <a:tc>
                      <a:txBody>
                        <a:bodyPr/>
                        <a:lstStyle/>
                        <a:p>
                          <a:pPr algn="ctr"/>
                          <a:r>
                            <a:rPr lang="en-US" dirty="0"/>
                            <a:t>400</a:t>
                          </a:r>
                        </a:p>
                      </a:txBody>
                      <a:tcPr marL="45720" marR="45720" anchor="ctr">
                        <a:lnB w="3175">
                          <a:noFill/>
                        </a:lnB>
                      </a:tcPr>
                    </a:tc>
                    <a:extLst>
                      <a:ext uri="{0D108BD9-81ED-4DB2-BD59-A6C34878D82A}">
                        <a16:rowId xmlns:a16="http://schemas.microsoft.com/office/drawing/2014/main" val="2778286489"/>
                      </a:ext>
                    </a:extLst>
                  </a:tr>
                  <a:tr h="274320">
                    <a:tc>
                      <a:txBody>
                        <a:bodyPr/>
                        <a:lstStyle/>
                        <a:p>
                          <a:pPr algn="ctr"/>
                          <a:endParaRPr lang="en-US" dirty="0"/>
                        </a:p>
                      </a:txBody>
                      <a:tcPr marL="45720" marR="45720" anchor="ctr">
                        <a:lnL>
                          <a:noFill/>
                        </a:lnL>
                        <a:lnR>
                          <a:noFill/>
                        </a:lnR>
                        <a:lnT w="3175">
                          <a:noFill/>
                        </a:lnT>
                        <a:lnB w="3175">
                          <a:noFill/>
                        </a:lnB>
                        <a:lnTlToBr w="12700" cmpd="sng">
                          <a:noFill/>
                          <a:prstDash val="solid"/>
                        </a:lnTlToBr>
                        <a:lnBlToTr w="12700" cmpd="sng">
                          <a:noFill/>
                          <a:prstDash val="solid"/>
                        </a:lnBlToTr>
                        <a:solidFill>
                          <a:schemeClr val="tx1"/>
                        </a:solidFill>
                      </a:tcPr>
                    </a:tc>
                    <a:tc>
                      <a:txBody>
                        <a:bodyPr/>
                        <a:lstStyle/>
                        <a:p>
                          <a:pPr algn="ctr"/>
                          <a:endParaRPr lang="en-US" dirty="0"/>
                        </a:p>
                      </a:txBody>
                      <a:tcPr marL="45720" marR="45720" anchor="ctr">
                        <a:lnL>
                          <a:noFill/>
                        </a:lnL>
                        <a:lnR>
                          <a:noFill/>
                        </a:lnR>
                        <a:lnT w="3175">
                          <a:noFill/>
                        </a:lnT>
                        <a:lnB w="3175">
                          <a:noFill/>
                        </a:lnB>
                        <a:lnTlToBr w="12700" cmpd="sng">
                          <a:noFill/>
                          <a:prstDash val="solid"/>
                        </a:lnTlToBr>
                        <a:lnBlToTr w="12700" cmpd="sng">
                          <a:noFill/>
                          <a:prstDash val="solid"/>
                        </a:lnBlToTr>
                        <a:solidFill>
                          <a:schemeClr val="tx1"/>
                        </a:solidFill>
                      </a:tcPr>
                    </a:tc>
                    <a:tc>
                      <a:txBody>
                        <a:bodyPr/>
                        <a:lstStyle/>
                        <a:p>
                          <a:pPr algn="ctr"/>
                          <a:endParaRPr lang="en-US" dirty="0"/>
                        </a:p>
                      </a:txBody>
                      <a:tcPr marL="45720" marR="45720" anchor="ctr">
                        <a:lnL>
                          <a:noFill/>
                        </a:lnL>
                        <a:lnR>
                          <a:noFill/>
                        </a:lnR>
                        <a:lnT w="3175">
                          <a:noFill/>
                        </a:lnT>
                        <a:lnB w="3175">
                          <a:noFill/>
                        </a:lnB>
                        <a:lnTlToBr w="12700" cmpd="sng">
                          <a:noFill/>
                          <a:prstDash val="solid"/>
                        </a:lnTlToBr>
                        <a:lnBlToTr w="12700" cmpd="sng">
                          <a:noFill/>
                          <a:prstDash val="solid"/>
                        </a:lnBlToTr>
                        <a:solidFill>
                          <a:schemeClr val="tx1"/>
                        </a:solidFill>
                      </a:tcPr>
                    </a:tc>
                    <a:tc>
                      <a:txBody>
                        <a:bodyPr/>
                        <a:lstStyle/>
                        <a:p>
                          <a:pPr algn="ctr"/>
                          <a:endParaRPr lang="en-US" dirty="0"/>
                        </a:p>
                      </a:txBody>
                      <a:tcPr marL="45720" marR="45720" anchor="ctr">
                        <a:lnL>
                          <a:noFill/>
                        </a:lnL>
                        <a:lnR>
                          <a:noFill/>
                        </a:lnR>
                        <a:lnT w="3175">
                          <a:noFill/>
                        </a:lnT>
                        <a:lnB w="3175">
                          <a:noFill/>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2308571142"/>
                      </a:ext>
                    </a:extLst>
                  </a:tr>
                  <a:tr h="822960">
                    <a:tc>
                      <a:txBody>
                        <a:bodyPr/>
                        <a:lstStyle/>
                        <a:p>
                          <a:pPr algn="ctr"/>
                          <a:r>
                            <a:rPr lang="en-US" dirty="0"/>
                            <a:t>CLGM sends to TRS Counterparty</a:t>
                          </a:r>
                        </a:p>
                      </a:txBody>
                      <a:tcPr marL="45720" marR="45720" anchor="ctr">
                        <a:lnT w="3175">
                          <a:noFill/>
                        </a:lnT>
                      </a:tcPr>
                    </a:tc>
                    <a:tc>
                      <a:txBody>
                        <a:bodyPr/>
                        <a:lstStyle/>
                        <a:p>
                          <a:endParaRPr lang="en-US"/>
                        </a:p>
                      </a:txBody>
                      <a:tcPr marL="45720" marR="45720" anchor="ctr">
                        <a:lnT w="3175">
                          <a:noFill/>
                        </a:lnT>
                        <a:blipFill>
                          <a:blip r:embed="rId3"/>
                          <a:stretch>
                            <a:fillRect l="-100000" t="-214706" r="-177326" b="-81618"/>
                          </a:stretch>
                        </a:blipFill>
                      </a:tcPr>
                    </a:tc>
                    <a:tc>
                      <a:txBody>
                        <a:bodyPr/>
                        <a:lstStyle/>
                        <a:p>
                          <a:pPr algn="ctr"/>
                          <a:r>
                            <a:rPr lang="en-US" dirty="0"/>
                            <a:t>-</a:t>
                          </a:r>
                        </a:p>
                      </a:txBody>
                      <a:tcPr marL="45720" marR="45720" anchor="ctr">
                        <a:lnT w="3175">
                          <a:noFill/>
                        </a:lnT>
                      </a:tcPr>
                    </a:tc>
                    <a:tc>
                      <a:txBody>
                        <a:bodyPr/>
                        <a:lstStyle/>
                        <a:p>
                          <a:pPr algn="ctr"/>
                          <a:r>
                            <a:rPr lang="en-US" dirty="0"/>
                            <a:t>$100 X (47.5/50 X ¥50.50/¥50)</a:t>
                          </a:r>
                        </a:p>
                        <a:p>
                          <a:pPr algn="ctr"/>
                          <a:r>
                            <a:rPr lang="en-US" dirty="0"/>
                            <a:t>= $ 95.95</a:t>
                          </a:r>
                        </a:p>
                      </a:txBody>
                      <a:tcPr marL="45720" marR="45720" anchor="ctr">
                        <a:lnT w="3175">
                          <a:noFill/>
                        </a:lnT>
                      </a:tcPr>
                    </a:tc>
                    <a:extLst>
                      <a:ext uri="{0D108BD9-81ED-4DB2-BD59-A6C34878D82A}">
                        <a16:rowId xmlns:a16="http://schemas.microsoft.com/office/drawing/2014/main" val="2977396812"/>
                      </a:ext>
                    </a:extLst>
                  </a:tr>
                  <a:tr h="640080">
                    <a:tc>
                      <a:txBody>
                        <a:bodyPr/>
                        <a:lstStyle/>
                        <a:p>
                          <a:pPr algn="ctr"/>
                          <a:r>
                            <a:rPr lang="en-US" dirty="0"/>
                            <a:t>CLGM gets from TRS Counterparty</a:t>
                          </a:r>
                        </a:p>
                      </a:txBody>
                      <a:tcPr marL="45720" marR="45720" anchor="ctr"/>
                    </a:tc>
                    <a:tc>
                      <a:txBody>
                        <a:bodyPr/>
                        <a:lstStyle/>
                        <a:p>
                          <a:endParaRPr lang="en-US"/>
                        </a:p>
                      </a:txBody>
                      <a:tcPr marL="45720" marR="45720" anchor="ctr">
                        <a:blipFill>
                          <a:blip r:embed="rId3"/>
                          <a:stretch>
                            <a:fillRect l="-100000" t="-407619" r="-177326" b="-5714"/>
                          </a:stretch>
                        </a:blipFill>
                      </a:tcPr>
                    </a:tc>
                    <a:tc>
                      <a:txBody>
                        <a:bodyPr/>
                        <a:lstStyle/>
                        <a:p>
                          <a:pPr algn="ctr"/>
                          <a:r>
                            <a:rPr lang="en-US" dirty="0"/>
                            <a:t>-</a:t>
                          </a:r>
                        </a:p>
                      </a:txBody>
                      <a:tcPr marL="45720" marR="45720" anchor="ctr"/>
                    </a:tc>
                    <a:tc>
                      <a:txBody>
                        <a:bodyPr/>
                        <a:lstStyle/>
                        <a:p>
                          <a:pPr algn="ctr"/>
                          <a:r>
                            <a:rPr lang="en-US" dirty="0"/>
                            <a:t>$100 + funding leg</a:t>
                          </a:r>
                        </a:p>
                      </a:txBody>
                      <a:tcPr marL="45720" marR="45720" anchor="ctr"/>
                    </a:tc>
                    <a:extLst>
                      <a:ext uri="{0D108BD9-81ED-4DB2-BD59-A6C34878D82A}">
                        <a16:rowId xmlns:a16="http://schemas.microsoft.com/office/drawing/2014/main" val="3256025571"/>
                      </a:ext>
                    </a:extLst>
                  </a:tr>
                </a:tbl>
              </a:graphicData>
            </a:graphic>
          </p:graphicFrame>
        </mc:Fallback>
      </mc:AlternateContent>
      <p:sp>
        <p:nvSpPr>
          <p:cNvPr id="110" name="Content Placeholder 6">
            <a:extLst>
              <a:ext uri="{FF2B5EF4-FFF2-40B4-BE49-F238E27FC236}">
                <a16:creationId xmlns:a16="http://schemas.microsoft.com/office/drawing/2014/main" id="{FA37DFF1-965A-CB94-7606-CF58B6415061}"/>
              </a:ext>
            </a:extLst>
          </p:cNvPr>
          <p:cNvSpPr txBox="1">
            <a:spLocks/>
          </p:cNvSpPr>
          <p:nvPr/>
        </p:nvSpPr>
        <p:spPr>
          <a:xfrm>
            <a:off x="7551139" y="1934867"/>
            <a:ext cx="3013840" cy="264265"/>
          </a:xfrm>
          <a:prstGeom prst="rect">
            <a:avLst/>
          </a:prstGeom>
        </p:spPr>
        <p:txBody>
          <a:bodyPr vert="horz" lIns="0" tIns="0" rIns="0" bIns="0" spcCol="228600" rtlCol="0" anchor="ctr">
            <a:noAutofit/>
          </a:bodyPr>
          <a:lstStyle>
            <a:lvl1pPr marL="342900" indent="-342900" algn="l" defTabSz="914400" rtl="0" eaLnBrk="1" latinLnBrk="0" hangingPunct="1">
              <a:lnSpc>
                <a:spcPct val="90000"/>
              </a:lnSpc>
              <a:spcBef>
                <a:spcPts val="1200"/>
              </a:spcBef>
              <a:buFontTx/>
              <a:buNone/>
              <a:tabLst>
                <a:tab pos="5743575" algn="l"/>
              </a:tabLst>
              <a:defRPr lang="en-US" sz="1400" kern="1200" dirty="0">
                <a:solidFill>
                  <a:schemeClr val="tx1"/>
                </a:solidFill>
                <a:latin typeface="+mn-lt"/>
                <a:ea typeface="+mn-ea"/>
                <a:cs typeface="+mn-cs"/>
              </a:defRPr>
            </a:lvl1pPr>
            <a:lvl2pPr marL="344488" indent="-182563" algn="l" defTabSz="914400" rtl="0" eaLnBrk="1" latinLnBrk="0" hangingPunct="1">
              <a:lnSpc>
                <a:spcPct val="100000"/>
              </a:lnSpc>
              <a:spcBef>
                <a:spcPts val="300"/>
              </a:spcBef>
              <a:buFont typeface="Franklin Gothic Book" panose="020B0503020102020204" pitchFamily="34" charset="0"/>
              <a:buChar char="—"/>
              <a:defRPr sz="1400" kern="1200">
                <a:solidFill>
                  <a:schemeClr val="tx1"/>
                </a:solidFill>
                <a:latin typeface="+mn-lt"/>
                <a:ea typeface="+mn-ea"/>
                <a:cs typeface="+mn-cs"/>
              </a:defRPr>
            </a:lvl2pPr>
            <a:lvl3pPr marL="569913" indent="-182563" algn="l" defTabSz="914400" rtl="0" eaLnBrk="1" latinLnBrk="0" hangingPunct="1">
              <a:lnSpc>
                <a:spcPct val="100000"/>
              </a:lnSpc>
              <a:spcBef>
                <a:spcPts val="300"/>
              </a:spcBef>
              <a:buFont typeface="Franklin Gothic Book" panose="020B0503020102020204" pitchFamily="34" charset="0"/>
              <a:buChar char="—"/>
              <a:defRPr sz="1400" kern="1200">
                <a:solidFill>
                  <a:schemeClr val="tx1"/>
                </a:solidFill>
                <a:latin typeface="+mn-lt"/>
                <a:ea typeface="+mn-ea"/>
                <a:cs typeface="+mn-cs"/>
              </a:defRPr>
            </a:lvl3pPr>
            <a:lvl4pPr marL="742950" indent="-182563" algn="l" defTabSz="914400" rtl="0" eaLnBrk="1" latinLnBrk="0" hangingPunct="1">
              <a:lnSpc>
                <a:spcPct val="100000"/>
              </a:lnSpc>
              <a:spcBef>
                <a:spcPts val="300"/>
              </a:spcBef>
              <a:buFont typeface="Franklin Gothic Book" panose="020B0503020102020204" pitchFamily="34" charset="0"/>
              <a:buChar char="—"/>
              <a:defRPr sz="1400" kern="1200">
                <a:solidFill>
                  <a:schemeClr val="tx1"/>
                </a:solidFill>
                <a:latin typeface="+mn-lt"/>
                <a:ea typeface="+mn-ea"/>
                <a:cs typeface="+mn-cs"/>
              </a:defRPr>
            </a:lvl4pPr>
            <a:lvl5pPr marL="914400" indent="-182563" algn="l" defTabSz="914400" rtl="0" eaLnBrk="1" latinLnBrk="0" hangingPunct="1">
              <a:lnSpc>
                <a:spcPct val="100000"/>
              </a:lnSpc>
              <a:spcBef>
                <a:spcPts val="300"/>
              </a:spcBef>
              <a:buFont typeface="Franklin Gothic Book" panose="020B0503020102020204" pitchFamily="34" charset="0"/>
              <a:buChar char="—"/>
              <a:tabLst/>
              <a:defRPr sz="1400" kern="1200">
                <a:solidFill>
                  <a:schemeClr val="tx1"/>
                </a:solidFill>
                <a:latin typeface="+mn-lt"/>
                <a:ea typeface="+mn-ea"/>
                <a:cs typeface="+mn-cs"/>
              </a:defRPr>
            </a:lvl5pPr>
            <a:lvl6pPr marL="914400" indent="-182880" algn="l" defTabSz="914400" rtl="0" eaLnBrk="1" latinLnBrk="0" hangingPunct="1">
              <a:lnSpc>
                <a:spcPct val="100000"/>
              </a:lnSpc>
              <a:spcBef>
                <a:spcPts val="300"/>
              </a:spcBef>
              <a:buFont typeface="Franklin Gothic Book" panose="020B0503020102020204" pitchFamily="34" charset="0"/>
              <a:buChar char="—"/>
              <a:defRPr sz="1200" kern="1200">
                <a:solidFill>
                  <a:schemeClr val="tx1"/>
                </a:solidFill>
                <a:latin typeface="+mn-lt"/>
                <a:ea typeface="+mn-ea"/>
                <a:cs typeface="+mn-cs"/>
              </a:defRPr>
            </a:lvl6pPr>
            <a:lvl7pPr marL="1097280" indent="-182880" algn="l" defTabSz="914400" rtl="0" eaLnBrk="1" latinLnBrk="0" hangingPunct="1">
              <a:lnSpc>
                <a:spcPct val="100000"/>
              </a:lnSpc>
              <a:spcBef>
                <a:spcPts val="300"/>
              </a:spcBef>
              <a:buFont typeface="Franklin Gothic Book" panose="020B0503020102020204" pitchFamily="34" charset="0"/>
              <a:buChar char="—"/>
              <a:defRPr sz="1200" kern="1200">
                <a:solidFill>
                  <a:schemeClr val="tx1"/>
                </a:solidFill>
                <a:latin typeface="+mn-lt"/>
                <a:ea typeface="+mn-ea"/>
                <a:cs typeface="+mn-cs"/>
              </a:defRPr>
            </a:lvl7pPr>
            <a:lvl8pPr marL="1280160" indent="-182880" algn="l" defTabSz="914400" rtl="0" eaLnBrk="1" latinLnBrk="0" hangingPunct="1">
              <a:lnSpc>
                <a:spcPct val="100000"/>
              </a:lnSpc>
              <a:spcBef>
                <a:spcPts val="300"/>
              </a:spcBef>
              <a:buFont typeface="Franklin Gothic Book" panose="020B0503020102020204" pitchFamily="34" charset="0"/>
              <a:buChar char="—"/>
              <a:defRPr sz="1200" kern="1200">
                <a:solidFill>
                  <a:schemeClr val="tx1"/>
                </a:solidFill>
                <a:latin typeface="+mn-lt"/>
                <a:ea typeface="+mn-ea"/>
                <a:cs typeface="+mn-cs"/>
              </a:defRPr>
            </a:lvl8pPr>
            <a:lvl9pPr marL="1463040" indent="-182880" algn="l" defTabSz="914400" rtl="0" eaLnBrk="1" latinLnBrk="0" hangingPunct="1">
              <a:lnSpc>
                <a:spcPct val="100000"/>
              </a:lnSpc>
              <a:spcBef>
                <a:spcPts val="300"/>
              </a:spcBef>
              <a:buFont typeface="Franklin Gothic Book" panose="020B0503020102020204" pitchFamily="34" charset="0"/>
              <a:buChar char="—"/>
              <a:defRPr sz="1200" kern="1200">
                <a:solidFill>
                  <a:schemeClr val="tx1"/>
                </a:solidFill>
                <a:latin typeface="+mn-lt"/>
                <a:ea typeface="+mn-ea"/>
                <a:cs typeface="+mn-cs"/>
              </a:defRPr>
            </a:lvl9pPr>
          </a:lstStyle>
          <a:p>
            <a:pPr algn="ctr"/>
            <a:r>
              <a:rPr lang="en-US" b="1" dirty="0"/>
              <a:t>Example: Price ↑1% &amp; JPY/USD ↓ 5%</a:t>
            </a:r>
          </a:p>
        </p:txBody>
      </p:sp>
      <p:grpSp>
        <p:nvGrpSpPr>
          <p:cNvPr id="118" name="Group 117">
            <a:extLst>
              <a:ext uri="{FF2B5EF4-FFF2-40B4-BE49-F238E27FC236}">
                <a16:creationId xmlns:a16="http://schemas.microsoft.com/office/drawing/2014/main" id="{760A262B-79A0-AECF-CB3E-C626736BF679}"/>
              </a:ext>
            </a:extLst>
          </p:cNvPr>
          <p:cNvGrpSpPr/>
          <p:nvPr/>
        </p:nvGrpSpPr>
        <p:grpSpPr>
          <a:xfrm>
            <a:off x="2007285" y="4726730"/>
            <a:ext cx="1884491" cy="368878"/>
            <a:chOff x="2989556" y="6489121"/>
            <a:chExt cx="1884491" cy="368878"/>
          </a:xfrm>
        </p:grpSpPr>
        <p:sp>
          <p:nvSpPr>
            <p:cNvPr id="119" name="Rectangle 118">
              <a:extLst>
                <a:ext uri="{FF2B5EF4-FFF2-40B4-BE49-F238E27FC236}">
                  <a16:creationId xmlns:a16="http://schemas.microsoft.com/office/drawing/2014/main" id="{F49481AA-A20D-399F-0AF5-81328781392D}"/>
                </a:ext>
              </a:extLst>
            </p:cNvPr>
            <p:cNvSpPr/>
            <p:nvPr/>
          </p:nvSpPr>
          <p:spPr>
            <a:xfrm>
              <a:off x="2989556" y="6489121"/>
              <a:ext cx="1884491" cy="368878"/>
            </a:xfrm>
            <a:prstGeom prst="rect">
              <a:avLst/>
            </a:prstGeom>
            <a:noFill/>
            <a:ln w="12700" cap="flat">
              <a:solidFill>
                <a:schemeClr val="tx1"/>
              </a:solidFill>
              <a:miter lim="800000"/>
            </a:ln>
          </p:spPr>
          <p:style>
            <a:lnRef idx="0">
              <a:schemeClr val="accent1"/>
            </a:lnRef>
            <a:fillRef idx="1">
              <a:schemeClr val="accent1"/>
            </a:fillRef>
            <a:effectRef idx="0">
              <a:srgbClr val="000000"/>
            </a:effectRef>
            <a:fontRef idx="minor">
              <a:schemeClr val="tx1"/>
            </a:fontRef>
          </p:style>
          <p:txBody>
            <a:bodyPr lIns="0" rIns="0" rtlCol="0" anchor="t"/>
            <a:lstStyle/>
            <a:p>
              <a:pPr algn="ctr">
                <a:lnSpc>
                  <a:spcPct val="100000"/>
                </a:lnSpc>
              </a:pPr>
              <a:r>
                <a:rPr lang="en-US" sz="1050" b="1" dirty="0"/>
                <a:t>Legend</a:t>
              </a:r>
            </a:p>
            <a:p>
              <a:pPr>
                <a:lnSpc>
                  <a:spcPct val="100000"/>
                </a:lnSpc>
              </a:pPr>
              <a:r>
                <a:rPr lang="en-US" sz="1050" dirty="0"/>
                <a:t>        Flow at t=0          Flow at t=1</a:t>
              </a:r>
            </a:p>
          </p:txBody>
        </p:sp>
        <p:cxnSp>
          <p:nvCxnSpPr>
            <p:cNvPr id="120" name="Straight Connector 119">
              <a:extLst>
                <a:ext uri="{FF2B5EF4-FFF2-40B4-BE49-F238E27FC236}">
                  <a16:creationId xmlns:a16="http://schemas.microsoft.com/office/drawing/2014/main" id="{620B8158-6CD3-7020-D11B-F6D829E81403}"/>
                </a:ext>
              </a:extLst>
            </p:cNvPr>
            <p:cNvCxnSpPr>
              <a:cxnSpLocks/>
            </p:cNvCxnSpPr>
            <p:nvPr/>
          </p:nvCxnSpPr>
          <p:spPr>
            <a:xfrm>
              <a:off x="3051232" y="6764543"/>
              <a:ext cx="175488" cy="0"/>
            </a:xfrm>
            <a:prstGeom prst="line">
              <a:avLst/>
            </a:prstGeom>
            <a:ln w="28575"/>
          </p:spPr>
          <p:style>
            <a:lnRef idx="1">
              <a:schemeClr val="accent5"/>
            </a:lnRef>
            <a:fillRef idx="0">
              <a:schemeClr val="accent5"/>
            </a:fillRef>
            <a:effectRef idx="0">
              <a:schemeClr val="accent5"/>
            </a:effectRef>
            <a:fontRef idx="minor">
              <a:schemeClr val="tx1"/>
            </a:fontRef>
          </p:style>
        </p:cxnSp>
        <p:cxnSp>
          <p:nvCxnSpPr>
            <p:cNvPr id="121" name="Straight Connector 120">
              <a:extLst>
                <a:ext uri="{FF2B5EF4-FFF2-40B4-BE49-F238E27FC236}">
                  <a16:creationId xmlns:a16="http://schemas.microsoft.com/office/drawing/2014/main" id="{267F53D8-CFFE-7DEC-689E-C36F91622F4C}"/>
                </a:ext>
              </a:extLst>
            </p:cNvPr>
            <p:cNvCxnSpPr>
              <a:cxnSpLocks/>
            </p:cNvCxnSpPr>
            <p:nvPr/>
          </p:nvCxnSpPr>
          <p:spPr>
            <a:xfrm>
              <a:off x="4029075" y="6764543"/>
              <a:ext cx="175488" cy="0"/>
            </a:xfrm>
            <a:prstGeom prst="line">
              <a:avLst/>
            </a:prstGeom>
            <a:ln w="28575">
              <a:solidFill>
                <a:schemeClr val="accent2"/>
              </a:solidFill>
            </a:ln>
          </p:spPr>
          <p:style>
            <a:lnRef idx="1">
              <a:schemeClr val="accent5"/>
            </a:lnRef>
            <a:fillRef idx="0">
              <a:schemeClr val="accent5"/>
            </a:fillRef>
            <a:effectRef idx="0">
              <a:schemeClr val="accent5"/>
            </a:effectRef>
            <a:fontRef idx="minor">
              <a:schemeClr val="tx1"/>
            </a:fontRef>
          </p:style>
        </p:cxnSp>
      </p:grpSp>
      <p:sp>
        <p:nvSpPr>
          <p:cNvPr id="2" name="Rectangle 1">
            <a:extLst>
              <a:ext uri="{FF2B5EF4-FFF2-40B4-BE49-F238E27FC236}">
                <a16:creationId xmlns:a16="http://schemas.microsoft.com/office/drawing/2014/main" id="{A95A9675-E6BA-A623-5E65-1E167B45BF6D}"/>
              </a:ext>
            </a:extLst>
          </p:cNvPr>
          <p:cNvSpPr/>
          <p:nvPr/>
        </p:nvSpPr>
        <p:spPr>
          <a:xfrm>
            <a:off x="662515" y="2330722"/>
            <a:ext cx="1184744" cy="1098278"/>
          </a:xfrm>
          <a:prstGeom prst="rect">
            <a:avLst/>
          </a:prstGeom>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lnSpc>
                <a:spcPct val="100000"/>
              </a:lnSpc>
            </a:pPr>
            <a:r>
              <a:rPr lang="en-US" b="1" dirty="0"/>
              <a:t>Capitolis</a:t>
            </a:r>
          </a:p>
        </p:txBody>
      </p:sp>
      <p:sp>
        <p:nvSpPr>
          <p:cNvPr id="3" name="Rectangle 2">
            <a:extLst>
              <a:ext uri="{FF2B5EF4-FFF2-40B4-BE49-F238E27FC236}">
                <a16:creationId xmlns:a16="http://schemas.microsoft.com/office/drawing/2014/main" id="{5E4360B9-B06C-24EF-794C-560A65FF1BC2}"/>
              </a:ext>
            </a:extLst>
          </p:cNvPr>
          <p:cNvSpPr/>
          <p:nvPr/>
        </p:nvSpPr>
        <p:spPr>
          <a:xfrm>
            <a:off x="4051805" y="2330721"/>
            <a:ext cx="1506604" cy="1098277"/>
          </a:xfrm>
          <a:prstGeom prst="rect">
            <a:avLst/>
          </a:prstGeom>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lnSpc>
                <a:spcPct val="100000"/>
              </a:lnSpc>
            </a:pPr>
            <a:r>
              <a:rPr lang="en-US" b="1" dirty="0"/>
              <a:t>TRS Counterparty</a:t>
            </a:r>
          </a:p>
        </p:txBody>
      </p:sp>
      <p:cxnSp>
        <p:nvCxnSpPr>
          <p:cNvPr id="4" name="Straight Arrow Connector 3">
            <a:extLst>
              <a:ext uri="{FF2B5EF4-FFF2-40B4-BE49-F238E27FC236}">
                <a16:creationId xmlns:a16="http://schemas.microsoft.com/office/drawing/2014/main" id="{CE266860-901B-AC9E-D306-99D88473B28C}"/>
              </a:ext>
            </a:extLst>
          </p:cNvPr>
          <p:cNvCxnSpPr>
            <a:cxnSpLocks/>
          </p:cNvCxnSpPr>
          <p:nvPr/>
        </p:nvCxnSpPr>
        <p:spPr>
          <a:xfrm>
            <a:off x="1847259" y="2642482"/>
            <a:ext cx="2204546" cy="0"/>
          </a:xfrm>
          <a:prstGeom prst="straightConnector1">
            <a:avLst/>
          </a:prstGeom>
          <a:ln>
            <a:tailEnd type="triangle"/>
          </a:ln>
        </p:spPr>
        <p:style>
          <a:lnRef idx="1">
            <a:schemeClr val="accent5"/>
          </a:lnRef>
          <a:fillRef idx="0">
            <a:schemeClr val="accent5"/>
          </a:fillRef>
          <a:effectRef idx="0">
            <a:schemeClr val="accent5"/>
          </a:effectRef>
          <a:fontRef idx="minor">
            <a:schemeClr val="tx1"/>
          </a:fontRef>
        </p:style>
      </p:cxnSp>
      <p:sp>
        <p:nvSpPr>
          <p:cNvPr id="5" name="Rectangle 4">
            <a:extLst>
              <a:ext uri="{FF2B5EF4-FFF2-40B4-BE49-F238E27FC236}">
                <a16:creationId xmlns:a16="http://schemas.microsoft.com/office/drawing/2014/main" id="{74ABABF2-60A3-ED90-E881-B0446F5EBA4C}"/>
              </a:ext>
            </a:extLst>
          </p:cNvPr>
          <p:cNvSpPr/>
          <p:nvPr/>
        </p:nvSpPr>
        <p:spPr>
          <a:xfrm>
            <a:off x="2333347" y="2198417"/>
            <a:ext cx="1232368" cy="264607"/>
          </a:xfrm>
          <a:prstGeom prst="rect">
            <a:avLst/>
          </a:prstGeom>
          <a:noFill/>
          <a:ln w="12700" cap="flat">
            <a:noFill/>
            <a:miter lim="800000"/>
          </a:ln>
        </p:spPr>
        <p:style>
          <a:lnRef idx="0">
            <a:schemeClr val="accent1"/>
          </a:lnRef>
          <a:fillRef idx="1">
            <a:schemeClr val="accent1"/>
          </a:fillRef>
          <a:effectRef idx="0">
            <a:srgbClr val="000000"/>
          </a:effectRef>
          <a:fontRef idx="minor">
            <a:schemeClr val="tx1"/>
          </a:fontRef>
        </p:style>
        <p:txBody>
          <a:bodyPr rtlCol="0" anchor="ctr"/>
          <a:lstStyle/>
          <a:p>
            <a:pPr algn="ctr">
              <a:lnSpc>
                <a:spcPct val="100000"/>
              </a:lnSpc>
            </a:pPr>
            <a:r>
              <a:rPr lang="en-US" sz="1200" dirty="0"/>
              <a:t>TRS contract +</a:t>
            </a:r>
            <a:endParaRPr lang="en-US" sz="1200" b="1" dirty="0">
              <a:solidFill>
                <a:schemeClr val="accent3"/>
              </a:solidFill>
            </a:endParaRPr>
          </a:p>
          <a:p>
            <a:pPr algn="ctr">
              <a:lnSpc>
                <a:spcPct val="100000"/>
              </a:lnSpc>
            </a:pPr>
            <a:r>
              <a:rPr lang="en-US" sz="1200" i="1" dirty="0">
                <a:solidFill>
                  <a:schemeClr val="accent5"/>
                </a:solidFill>
              </a:rPr>
              <a:t>No economic exchange at t=0</a:t>
            </a:r>
          </a:p>
        </p:txBody>
      </p:sp>
      <p:cxnSp>
        <p:nvCxnSpPr>
          <p:cNvPr id="7" name="Straight Arrow Connector 6">
            <a:extLst>
              <a:ext uri="{FF2B5EF4-FFF2-40B4-BE49-F238E27FC236}">
                <a16:creationId xmlns:a16="http://schemas.microsoft.com/office/drawing/2014/main" id="{1F0A7B08-8DCA-7078-5BA2-FE6AF264CB94}"/>
              </a:ext>
            </a:extLst>
          </p:cNvPr>
          <p:cNvCxnSpPr>
            <a:cxnSpLocks/>
            <a:stCxn id="3" idx="1"/>
            <a:endCxn id="2" idx="3"/>
          </p:cNvCxnSpPr>
          <p:nvPr/>
        </p:nvCxnSpPr>
        <p:spPr>
          <a:xfrm flipH="1">
            <a:off x="1847259" y="2879860"/>
            <a:ext cx="2204546" cy="1"/>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11" name="Straight Arrow Connector 10">
            <a:extLst>
              <a:ext uri="{FF2B5EF4-FFF2-40B4-BE49-F238E27FC236}">
                <a16:creationId xmlns:a16="http://schemas.microsoft.com/office/drawing/2014/main" id="{F45B2E63-5D4E-5788-1452-59BDA055039F}"/>
              </a:ext>
            </a:extLst>
          </p:cNvPr>
          <p:cNvCxnSpPr>
            <a:cxnSpLocks/>
          </p:cNvCxnSpPr>
          <p:nvPr/>
        </p:nvCxnSpPr>
        <p:spPr>
          <a:xfrm>
            <a:off x="1847259" y="2954243"/>
            <a:ext cx="2204546" cy="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E06AC31E-B190-EFB5-32E9-6EA968254E44}"/>
                  </a:ext>
                </a:extLst>
              </p:cNvPr>
              <p:cNvSpPr txBox="1"/>
              <p:nvPr/>
            </p:nvSpPr>
            <p:spPr>
              <a:xfrm>
                <a:off x="2141854" y="3028626"/>
                <a:ext cx="1615355" cy="914400"/>
              </a:xfrm>
              <a:prstGeom prst="rect">
                <a:avLst/>
              </a:prstGeom>
              <a:noFill/>
            </p:spPr>
            <p:txBody>
              <a:bodyPr wrap="none" lIns="0" tIns="0" rIns="0" bIns="0" numCol="1" spcCol="182880" rtlCol="0" anchor="t">
                <a:noAutofit/>
              </a:bodyPr>
              <a:lstStyle/>
              <a:p>
                <a:pPr algn="ctr">
                  <a:lnSpc>
                    <a:spcPct val="100000"/>
                  </a:lnSpc>
                </a:pPr>
                <a:r>
                  <a:rPr lang="en-US" sz="1400" dirty="0">
                    <a:solidFill>
                      <a:schemeClr val="accent2"/>
                    </a:solidFill>
                  </a:rPr>
                  <a:t>CLGM sends</a:t>
                </a:r>
              </a:p>
              <a:p>
                <a:pPr algn="ctr">
                  <a:lnSpc>
                    <a:spcPct val="100000"/>
                  </a:lnSpc>
                </a:pPr>
                <a14:m>
                  <m:oMath xmlns:m="http://schemas.openxmlformats.org/officeDocument/2006/math">
                    <m:sSubSup>
                      <m:sSubSupPr>
                        <m:ctrlPr>
                          <a:rPr lang="en-US" sz="1400" i="1">
                            <a:latin typeface="Cambria Math" panose="02040503050406030204" pitchFamily="18" charset="0"/>
                          </a:rPr>
                        </m:ctrlPr>
                      </m:sSubSupPr>
                      <m:e>
                        <m:r>
                          <a:rPr lang="en-US" sz="1400" i="1">
                            <a:latin typeface="Cambria Math" panose="02040503050406030204" pitchFamily="18" charset="0"/>
                          </a:rPr>
                          <m:t>𝑁</m:t>
                        </m:r>
                      </m:e>
                      <m:sub>
                        <m:r>
                          <a:rPr lang="en-US" sz="1400" i="1">
                            <a:latin typeface="Cambria Math" panose="02040503050406030204" pitchFamily="18" charset="0"/>
                          </a:rPr>
                          <m:t>0</m:t>
                        </m:r>
                      </m:sub>
                      <m:sup>
                        <m:r>
                          <a:rPr lang="en-US" sz="1400" i="1">
                            <a:latin typeface="Cambria Math" panose="02040503050406030204" pitchFamily="18" charset="0"/>
                          </a:rPr>
                          <m:t>𝑈𝑆𝐷</m:t>
                        </m:r>
                      </m:sup>
                    </m:sSubSup>
                    <m:r>
                      <m:rPr>
                        <m:nor/>
                      </m:rPr>
                      <a:rPr lang="en-US" sz="1400" dirty="0"/>
                      <m:t> </m:t>
                    </m:r>
                    <m:r>
                      <m:rPr>
                        <m:nor/>
                      </m:rPr>
                      <a:rPr lang="en-US" sz="1400" dirty="0"/>
                      <m:t>X</m:t>
                    </m:r>
                  </m:oMath>
                </a14:m>
                <a:r>
                  <a:rPr lang="en-US" sz="1400" dirty="0"/>
                  <a:t> </a:t>
                </a:r>
                <a14:m>
                  <m:oMath xmlns:m="http://schemas.openxmlformats.org/officeDocument/2006/math">
                    <m:r>
                      <a:rPr lang="en-US" sz="1400" i="1">
                        <a:latin typeface="Cambria Math" panose="02040503050406030204" pitchFamily="18" charset="0"/>
                      </a:rPr>
                      <m:t>(</m:t>
                    </m:r>
                    <m:f>
                      <m:fPr>
                        <m:ctrlPr>
                          <a:rPr lang="en-US" sz="1400" i="1">
                            <a:latin typeface="Cambria Math" panose="02040503050406030204" pitchFamily="18" charset="0"/>
                          </a:rPr>
                        </m:ctrlPr>
                      </m:fPr>
                      <m:num>
                        <m:sSubSup>
                          <m:sSubSupPr>
                            <m:ctrlPr>
                              <a:rPr lang="en-US" sz="1400" i="1">
                                <a:latin typeface="Cambria Math" panose="02040503050406030204" pitchFamily="18" charset="0"/>
                              </a:rPr>
                            </m:ctrlPr>
                          </m:sSubSupPr>
                          <m:e>
                            <m:r>
                              <a:rPr lang="en-US" sz="1400" i="1">
                                <a:latin typeface="Cambria Math" panose="02040503050406030204" pitchFamily="18" charset="0"/>
                              </a:rPr>
                              <m:t>𝑃</m:t>
                            </m:r>
                          </m:e>
                          <m:sub>
                            <m:r>
                              <a:rPr lang="en-US" sz="1400" i="1">
                                <a:latin typeface="Cambria Math" panose="02040503050406030204" pitchFamily="18" charset="0"/>
                              </a:rPr>
                              <m:t>1</m:t>
                            </m:r>
                          </m:sub>
                          <m:sup>
                            <m:r>
                              <a:rPr lang="en-US" sz="1400" i="1">
                                <a:latin typeface="Cambria Math" panose="02040503050406030204" pitchFamily="18" charset="0"/>
                              </a:rPr>
                              <m:t>𝐽𝑃𝑌</m:t>
                            </m:r>
                          </m:sup>
                        </m:sSubSup>
                      </m:num>
                      <m:den>
                        <m:sSubSup>
                          <m:sSubSupPr>
                            <m:ctrlPr>
                              <a:rPr lang="en-US" sz="1400" i="1">
                                <a:latin typeface="Cambria Math" panose="02040503050406030204" pitchFamily="18" charset="0"/>
                              </a:rPr>
                            </m:ctrlPr>
                          </m:sSubSupPr>
                          <m:e>
                            <m:r>
                              <a:rPr lang="en-US" sz="1400" i="1">
                                <a:latin typeface="Cambria Math" panose="02040503050406030204" pitchFamily="18" charset="0"/>
                              </a:rPr>
                              <m:t>𝑃</m:t>
                            </m:r>
                          </m:e>
                          <m:sub>
                            <m:r>
                              <a:rPr lang="en-US" sz="1400" i="1">
                                <a:latin typeface="Cambria Math" panose="02040503050406030204" pitchFamily="18" charset="0"/>
                              </a:rPr>
                              <m:t>0</m:t>
                            </m:r>
                          </m:sub>
                          <m:sup>
                            <m:r>
                              <a:rPr lang="en-US" sz="1400" i="1">
                                <a:latin typeface="Cambria Math" panose="02040503050406030204" pitchFamily="18" charset="0"/>
                              </a:rPr>
                              <m:t>𝐽𝑃𝑌</m:t>
                            </m:r>
                          </m:sup>
                        </m:sSubSup>
                      </m:den>
                    </m:f>
                    <m:r>
                      <a:rPr lang="en-US" sz="1400" i="1">
                        <a:latin typeface="Cambria Math" panose="02040503050406030204" pitchFamily="18" charset="0"/>
                      </a:rPr>
                      <m:t>𝑋</m:t>
                    </m:r>
                    <m:f>
                      <m:fPr>
                        <m:ctrlPr>
                          <a:rPr lang="en-US" sz="1400" i="1" dirty="0">
                            <a:latin typeface="Cambria Math" panose="02040503050406030204" pitchFamily="18" charset="0"/>
                          </a:rPr>
                        </m:ctrlPr>
                      </m:fPr>
                      <m:num>
                        <m:sSub>
                          <m:sSubPr>
                            <m:ctrlPr>
                              <a:rPr lang="en-US" sz="1400" i="1">
                                <a:latin typeface="Cambria Math" panose="02040503050406030204" pitchFamily="18" charset="0"/>
                              </a:rPr>
                            </m:ctrlPr>
                          </m:sSubPr>
                          <m:e>
                            <m:f>
                              <m:fPr>
                                <m:type m:val="skw"/>
                                <m:ctrlPr>
                                  <a:rPr lang="en-US" sz="1400" i="1">
                                    <a:latin typeface="Cambria Math" panose="02040503050406030204" pitchFamily="18" charset="0"/>
                                  </a:rPr>
                                </m:ctrlPr>
                              </m:fPr>
                              <m:num>
                                <m:r>
                                  <a:rPr lang="en-US" sz="1400" i="1">
                                    <a:latin typeface="Cambria Math" panose="02040503050406030204" pitchFamily="18" charset="0"/>
                                  </a:rPr>
                                  <m:t>¥</m:t>
                                </m:r>
                              </m:num>
                              <m:den>
                                <m:r>
                                  <a:rPr lang="en-US" sz="1400" i="1">
                                    <a:latin typeface="Cambria Math" panose="02040503050406030204" pitchFamily="18" charset="0"/>
                                  </a:rPr>
                                  <m:t>$</m:t>
                                </m:r>
                              </m:den>
                            </m:f>
                          </m:e>
                          <m:sub>
                            <m:r>
                              <a:rPr lang="en-US" sz="1400" i="1">
                                <a:latin typeface="Cambria Math" panose="02040503050406030204" pitchFamily="18" charset="0"/>
                              </a:rPr>
                              <m:t>1</m:t>
                            </m:r>
                          </m:sub>
                        </m:sSub>
                      </m:num>
                      <m:den>
                        <m:sSub>
                          <m:sSubPr>
                            <m:ctrlPr>
                              <a:rPr lang="en-US" sz="1400" i="1">
                                <a:latin typeface="Cambria Math" panose="02040503050406030204" pitchFamily="18" charset="0"/>
                              </a:rPr>
                            </m:ctrlPr>
                          </m:sSubPr>
                          <m:e>
                            <m:f>
                              <m:fPr>
                                <m:type m:val="skw"/>
                                <m:ctrlPr>
                                  <a:rPr lang="en-US" sz="1400" i="1">
                                    <a:latin typeface="Cambria Math" panose="02040503050406030204" pitchFamily="18" charset="0"/>
                                  </a:rPr>
                                </m:ctrlPr>
                              </m:fPr>
                              <m:num>
                                <m:r>
                                  <a:rPr lang="en-US" sz="1400" i="1">
                                    <a:latin typeface="Cambria Math" panose="02040503050406030204" pitchFamily="18" charset="0"/>
                                  </a:rPr>
                                  <m:t>¥</m:t>
                                </m:r>
                              </m:num>
                              <m:den>
                                <m:r>
                                  <a:rPr lang="en-US" sz="1400" i="1">
                                    <a:latin typeface="Cambria Math" panose="02040503050406030204" pitchFamily="18" charset="0"/>
                                  </a:rPr>
                                  <m:t>$</m:t>
                                </m:r>
                              </m:den>
                            </m:f>
                          </m:e>
                          <m:sub>
                            <m:r>
                              <a:rPr lang="en-US" sz="1400" i="1">
                                <a:latin typeface="Cambria Math" panose="02040503050406030204" pitchFamily="18" charset="0"/>
                              </a:rPr>
                              <m:t>0</m:t>
                            </m:r>
                          </m:sub>
                        </m:sSub>
                      </m:den>
                    </m:f>
                    <m:r>
                      <a:rPr lang="en-US" sz="1400" i="1">
                        <a:latin typeface="Cambria Math" panose="02040503050406030204" pitchFamily="18" charset="0"/>
                      </a:rPr>
                      <m:t>)</m:t>
                    </m:r>
                  </m:oMath>
                </a14:m>
                <a:endParaRPr lang="en-US" sz="1400" dirty="0"/>
              </a:p>
              <a:p>
                <a:pPr algn="ctr">
                  <a:lnSpc>
                    <a:spcPct val="100000"/>
                  </a:lnSpc>
                </a:pPr>
                <a:r>
                  <a:rPr lang="en-US" sz="1400" dirty="0">
                    <a:solidFill>
                      <a:schemeClr val="accent2"/>
                    </a:solidFill>
                  </a:rPr>
                  <a:t>CLGM receives</a:t>
                </a:r>
              </a:p>
              <a:p>
                <a:pPr algn="ctr">
                  <a:lnSpc>
                    <a:spcPct val="100000"/>
                  </a:lnSpc>
                </a:pPr>
                <a14:m>
                  <m:oMathPara xmlns:m="http://schemas.openxmlformats.org/officeDocument/2006/math">
                    <m:oMathParaPr>
                      <m:jc m:val="centerGroup"/>
                    </m:oMathParaPr>
                    <m:oMath xmlns:m="http://schemas.openxmlformats.org/officeDocument/2006/math">
                      <m:sSubSup>
                        <m:sSubSupPr>
                          <m:ctrlPr>
                            <a:rPr lang="en-US" sz="1400" i="1">
                              <a:latin typeface="Cambria Math" panose="02040503050406030204" pitchFamily="18" charset="0"/>
                            </a:rPr>
                          </m:ctrlPr>
                        </m:sSubSupPr>
                        <m:e>
                          <m:r>
                            <a:rPr lang="en-US" sz="1400" i="1">
                              <a:latin typeface="Cambria Math" panose="02040503050406030204" pitchFamily="18" charset="0"/>
                            </a:rPr>
                            <m:t>𝑁</m:t>
                          </m:r>
                        </m:e>
                        <m:sub>
                          <m:r>
                            <a:rPr lang="en-US" sz="1400" i="1">
                              <a:latin typeface="Cambria Math" panose="02040503050406030204" pitchFamily="18" charset="0"/>
                            </a:rPr>
                            <m:t>0</m:t>
                          </m:r>
                        </m:sub>
                        <m:sup>
                          <m:r>
                            <a:rPr lang="en-US" sz="1400" i="1">
                              <a:latin typeface="Cambria Math" panose="02040503050406030204" pitchFamily="18" charset="0"/>
                            </a:rPr>
                            <m:t>𝑈𝑆𝐷</m:t>
                          </m:r>
                        </m:sup>
                      </m:sSubSup>
                      <m:r>
                        <a:rPr lang="en-US" sz="1400" i="1">
                          <a:latin typeface="Cambria Math" panose="02040503050406030204" pitchFamily="18" charset="0"/>
                        </a:rPr>
                        <m:t>+</m:t>
                      </m:r>
                      <m:sSub>
                        <m:sSubPr>
                          <m:ctrlPr>
                            <a:rPr lang="en-US" sz="1400" i="1">
                              <a:latin typeface="Cambria Math" panose="02040503050406030204" pitchFamily="18" charset="0"/>
                            </a:rPr>
                          </m:ctrlPr>
                        </m:sSubPr>
                        <m:e>
                          <m:r>
                            <a:rPr lang="en-US" sz="1400" i="1">
                              <a:latin typeface="Cambria Math" panose="02040503050406030204" pitchFamily="18" charset="0"/>
                            </a:rPr>
                            <m:t>𝑟</m:t>
                          </m:r>
                        </m:e>
                        <m:sub>
                          <m:r>
                            <a:rPr lang="en-US" sz="1400" i="1">
                              <a:latin typeface="Cambria Math" panose="02040503050406030204" pitchFamily="18" charset="0"/>
                            </a:rPr>
                            <m:t>𝑇𝑅𝑆</m:t>
                          </m:r>
                        </m:sub>
                      </m:sSub>
                      <m:r>
                        <a:rPr lang="en-US" sz="1400" i="1">
                          <a:latin typeface="Cambria Math" panose="02040503050406030204" pitchFamily="18" charset="0"/>
                          <a:ea typeface="Cambria Math" panose="02040503050406030204" pitchFamily="18" charset="0"/>
                        </a:rPr>
                        <m:t>∆</m:t>
                      </m:r>
                      <m:r>
                        <a:rPr lang="en-US" sz="1400" i="1">
                          <a:latin typeface="Cambria Math" panose="02040503050406030204" pitchFamily="18" charset="0"/>
                          <a:ea typeface="Cambria Math" panose="02040503050406030204" pitchFamily="18" charset="0"/>
                        </a:rPr>
                        <m:t>𝑡</m:t>
                      </m:r>
                    </m:oMath>
                  </m:oMathPara>
                </a14:m>
                <a:endParaRPr lang="en-US" sz="1400" dirty="0">
                  <a:ea typeface="Cambria Math" panose="02040503050406030204" pitchFamily="18" charset="0"/>
                </a:endParaRPr>
              </a:p>
            </p:txBody>
          </p:sp>
        </mc:Choice>
        <mc:Fallback xmlns="">
          <p:sp>
            <p:nvSpPr>
              <p:cNvPr id="15" name="TextBox 14">
                <a:extLst>
                  <a:ext uri="{FF2B5EF4-FFF2-40B4-BE49-F238E27FC236}">
                    <a16:creationId xmlns:a16="http://schemas.microsoft.com/office/drawing/2014/main" id="{E06AC31E-B190-EFB5-32E9-6EA968254E44}"/>
                  </a:ext>
                </a:extLst>
              </p:cNvPr>
              <p:cNvSpPr txBox="1">
                <a:spLocks noRot="1" noChangeAspect="1" noMove="1" noResize="1" noEditPoints="1" noAdjustHandles="1" noChangeArrowheads="1" noChangeShapeType="1" noTextEdit="1"/>
              </p:cNvSpPr>
              <p:nvPr/>
            </p:nvSpPr>
            <p:spPr>
              <a:xfrm>
                <a:off x="2141854" y="3028626"/>
                <a:ext cx="1615355" cy="914400"/>
              </a:xfrm>
              <a:prstGeom prst="rect">
                <a:avLst/>
              </a:prstGeom>
              <a:blipFill>
                <a:blip r:embed="rId4"/>
                <a:stretch>
                  <a:fillRect t="-12667" r="-14340" b="-25333"/>
                </a:stretch>
              </a:blipFill>
            </p:spPr>
            <p:txBody>
              <a:bodyPr/>
              <a:lstStyle/>
              <a:p>
                <a:r>
                  <a:rPr lang="en-US">
                    <a:noFill/>
                  </a:rPr>
                  <a:t> </a:t>
                </a:r>
              </a:p>
            </p:txBody>
          </p:sp>
        </mc:Fallback>
      </mc:AlternateContent>
      <p:sp>
        <p:nvSpPr>
          <p:cNvPr id="10" name="Speech Bubble: Rectangle 9">
            <a:extLst>
              <a:ext uri="{FF2B5EF4-FFF2-40B4-BE49-F238E27FC236}">
                <a16:creationId xmlns:a16="http://schemas.microsoft.com/office/drawing/2014/main" id="{42986B78-0405-8E74-B85F-D07CFE65F80D}"/>
              </a:ext>
            </a:extLst>
          </p:cNvPr>
          <p:cNvSpPr/>
          <p:nvPr/>
        </p:nvSpPr>
        <p:spPr>
          <a:xfrm>
            <a:off x="4572000" y="3863546"/>
            <a:ext cx="1884491" cy="1021492"/>
          </a:xfrm>
          <a:prstGeom prst="wedgeRectCallout">
            <a:avLst>
              <a:gd name="adj1" fmla="val -96891"/>
              <a:gd name="adj2" fmla="val -60887"/>
            </a:avLst>
          </a:prstGeom>
          <a:ln w="12700" cap="flat">
            <a:miter lim="800000"/>
          </a:ln>
        </p:spPr>
        <p:style>
          <a:lnRef idx="0">
            <a:schemeClr val="accent1"/>
          </a:lnRef>
          <a:fillRef idx="1">
            <a:schemeClr val="accent1"/>
          </a:fillRef>
          <a:effectRef idx="0">
            <a:srgbClr val="000000"/>
          </a:effectRef>
          <a:fontRef idx="minor">
            <a:schemeClr val="tx1"/>
          </a:fontRef>
        </p:style>
        <p:txBody>
          <a:bodyPr rtlCol="0" anchor="ctr"/>
          <a:lstStyle/>
          <a:p>
            <a:pPr algn="ctr">
              <a:lnSpc>
                <a:spcPct val="100000"/>
              </a:lnSpc>
            </a:pPr>
            <a:r>
              <a:rPr lang="en-US" sz="1200" dirty="0">
                <a:solidFill>
                  <a:schemeClr val="bg1"/>
                </a:solidFill>
              </a:rPr>
              <a:t>Includes immediate payment on the ex-date to the counterparty for all dividends (equities) and coupons (bonds)</a:t>
            </a:r>
          </a:p>
        </p:txBody>
      </p:sp>
    </p:spTree>
    <p:extLst>
      <p:ext uri="{BB962C8B-B14F-4D97-AF65-F5344CB8AC3E}">
        <p14:creationId xmlns:p14="http://schemas.microsoft.com/office/powerpoint/2010/main" val="23914140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B4B3BD-C8FD-7AD7-E664-503E2D6BA263}"/>
              </a:ext>
            </a:extLst>
          </p:cNvPr>
          <p:cNvSpPr>
            <a:spLocks noGrp="1"/>
          </p:cNvSpPr>
          <p:nvPr>
            <p:ph type="title"/>
          </p:nvPr>
        </p:nvSpPr>
        <p:spPr/>
        <p:txBody>
          <a:bodyPr/>
          <a:lstStyle/>
          <a:p>
            <a:r>
              <a:rPr lang="en-US" b="1" dirty="0"/>
              <a:t>Bond forward: agreeing today on a future bond price</a:t>
            </a:r>
          </a:p>
        </p:txBody>
      </p:sp>
      <p:sp>
        <p:nvSpPr>
          <p:cNvPr id="3" name="Subtitle 2">
            <a:extLst>
              <a:ext uri="{FF2B5EF4-FFF2-40B4-BE49-F238E27FC236}">
                <a16:creationId xmlns:a16="http://schemas.microsoft.com/office/drawing/2014/main" id="{A929CFBA-26D8-DCA6-CC24-83557B083990}"/>
              </a:ext>
            </a:extLst>
          </p:cNvPr>
          <p:cNvSpPr>
            <a:spLocks noGrp="1"/>
          </p:cNvSpPr>
          <p:nvPr>
            <p:ph type="subTitle" idx="13"/>
          </p:nvPr>
        </p:nvSpPr>
        <p:spPr>
          <a:xfrm>
            <a:off x="457199" y="960121"/>
            <a:ext cx="10046044" cy="687010"/>
          </a:xfrm>
        </p:spPr>
        <p:txBody>
          <a:bodyPr/>
          <a:lstStyle/>
          <a:p>
            <a:r>
              <a:rPr lang="en-US" dirty="0"/>
              <a:t>The least complex derivative in the portfolio as a function solely of interest rates</a:t>
            </a:r>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570BF9D9-5154-B0D6-4E4B-BAF9BF9421EC}"/>
                  </a:ext>
                </a:extLst>
              </p:cNvPr>
              <p:cNvSpPr>
                <a:spLocks noGrp="1"/>
              </p:cNvSpPr>
              <p:nvPr>
                <p:ph idx="1"/>
              </p:nvPr>
            </p:nvSpPr>
            <p:spPr>
              <a:xfrm>
                <a:off x="457200" y="1845276"/>
                <a:ext cx="11274552" cy="4555524"/>
              </a:xfrm>
            </p:spPr>
            <p:txBody>
              <a:bodyPr/>
              <a:lstStyle/>
              <a:p>
                <a:pPr marL="0" indent="0">
                  <a:buNone/>
                </a:pPr>
                <a:r>
                  <a:rPr lang="en-US" sz="1600" b="1" dirty="0">
                    <a:solidFill>
                      <a:srgbClr val="FF2EA3"/>
                    </a:solidFill>
                  </a:rPr>
                  <a:t>What it is?</a:t>
                </a:r>
              </a:p>
              <a:p>
                <a:r>
                  <a:rPr lang="en-US" sz="1600" dirty="0"/>
                  <a:t>A contract to buy (long) or sell (short) a bond at a future date at an agreed clean price. No cash changes hands at inception. At settlement, the buyer pays the strike and receives the bond. Capitolis is always the seller so falling prices increase the counterparty’s exposure.</a:t>
                </a:r>
              </a:p>
              <a:p>
                <a:endParaRPr lang="en-US" sz="1600" dirty="0"/>
              </a:p>
              <a:p>
                <a:pPr marL="0" indent="0" algn="ctr">
                  <a:buNone/>
                </a:pPr>
                <a14:m>
                  <m:oMathPara xmlns:m="http://schemas.openxmlformats.org/officeDocument/2006/math">
                    <m:oMathParaPr>
                      <m:jc m:val="centerGroup"/>
                    </m:oMathParaPr>
                    <m:oMath xmlns:m="http://schemas.openxmlformats.org/officeDocument/2006/math">
                      <m:r>
                        <a:rPr lang="en-US" sz="1600" b="1" i="1" smtClean="0">
                          <a:latin typeface="Cambria Math" panose="02040503050406030204" pitchFamily="18" charset="0"/>
                        </a:rPr>
                        <m:t>𝑵𝑷𝑽𝒇𝒐𝒓</m:t>
                      </m:r>
                      <m:r>
                        <a:rPr lang="en-US" sz="1600" b="1" i="1" smtClean="0">
                          <a:latin typeface="Cambria Math" panose="02040503050406030204" pitchFamily="18" charset="0"/>
                        </a:rPr>
                        <m:t> </m:t>
                      </m:r>
                      <m:r>
                        <a:rPr lang="en-US" sz="1600" b="1" i="1" smtClean="0">
                          <a:latin typeface="Cambria Math" panose="02040503050406030204" pitchFamily="18" charset="0"/>
                        </a:rPr>
                        <m:t>𝒃𝒖𝒚𝒆𝒓</m:t>
                      </m:r>
                      <m:r>
                        <a:rPr lang="en-US" sz="1600" b="1" i="1" smtClean="0">
                          <a:latin typeface="Cambria Math" panose="02040503050406030204" pitchFamily="18" charset="0"/>
                        </a:rPr>
                        <m:t>=</m:t>
                      </m:r>
                      <m:f>
                        <m:fPr>
                          <m:ctrlPr>
                            <a:rPr lang="en-US" sz="1600" b="1" i="1" smtClean="0">
                              <a:latin typeface="Cambria Math" panose="02040503050406030204" pitchFamily="18" charset="0"/>
                            </a:rPr>
                          </m:ctrlPr>
                        </m:fPr>
                        <m:num>
                          <m:r>
                            <a:rPr lang="en-US" sz="1600" b="1" i="1">
                              <a:latin typeface="Cambria Math" panose="02040503050406030204" pitchFamily="18" charset="0"/>
                            </a:rPr>
                            <m:t>𝒏𝒐𝒕𝒊𝒐𝒏𝒂𝒍</m:t>
                          </m:r>
                        </m:num>
                        <m:den>
                          <m:r>
                            <a:rPr lang="en-US" sz="1600" b="1" i="1" smtClean="0">
                              <a:latin typeface="Cambria Math" panose="02040503050406030204" pitchFamily="18" charset="0"/>
                            </a:rPr>
                            <m:t>𝒑𝒂𝒓</m:t>
                          </m:r>
                        </m:den>
                      </m:f>
                      <m:r>
                        <a:rPr lang="en-US" sz="1600" b="1" i="1" smtClean="0">
                          <a:latin typeface="Cambria Math" panose="02040503050406030204" pitchFamily="18" charset="0"/>
                        </a:rPr>
                        <m:t>𝑿</m:t>
                      </m:r>
                      <m:d>
                        <m:dPr>
                          <m:ctrlPr>
                            <a:rPr lang="en-US" sz="1600" b="1" i="1" smtClean="0">
                              <a:latin typeface="Cambria Math" panose="02040503050406030204" pitchFamily="18" charset="0"/>
                            </a:rPr>
                          </m:ctrlPr>
                        </m:dPr>
                        <m:e>
                          <m:sSubSup>
                            <m:sSubSupPr>
                              <m:ctrlPr>
                                <a:rPr lang="en-US" sz="1600" b="1" i="1" smtClean="0">
                                  <a:latin typeface="Cambria Math" panose="02040503050406030204" pitchFamily="18" charset="0"/>
                                </a:rPr>
                              </m:ctrlPr>
                            </m:sSubSupPr>
                            <m:e>
                              <m:r>
                                <a:rPr lang="en-US" sz="1600" b="1" i="1" smtClean="0">
                                  <a:latin typeface="Cambria Math" panose="02040503050406030204" pitchFamily="18" charset="0"/>
                                </a:rPr>
                                <m:t>𝑭𝒐𝒓𝒘𝒂𝒓𝒅</m:t>
                              </m:r>
                              <m:r>
                                <a:rPr lang="en-US" sz="1600" b="1" i="1" smtClean="0">
                                  <a:latin typeface="Cambria Math" panose="02040503050406030204" pitchFamily="18" charset="0"/>
                                </a:rPr>
                                <m:t> </m:t>
                              </m:r>
                              <m:r>
                                <a:rPr lang="en-US" sz="1600" b="1" i="1" smtClean="0">
                                  <a:latin typeface="Cambria Math" panose="02040503050406030204" pitchFamily="18" charset="0"/>
                                </a:rPr>
                                <m:t>𝑽𝒂𝒍𝒖𝒆</m:t>
                              </m:r>
                            </m:e>
                            <m:sub>
                              <m:r>
                                <a:rPr lang="en-US" sz="1600" b="1" i="1" smtClean="0">
                                  <a:latin typeface="Cambria Math" panose="02040503050406030204" pitchFamily="18" charset="0"/>
                                </a:rPr>
                                <m:t>𝟎</m:t>
                              </m:r>
                            </m:sub>
                            <m:sup>
                              <m:r>
                                <a:rPr lang="en-US" sz="1600" b="1" i="1" smtClean="0">
                                  <a:latin typeface="Cambria Math" panose="02040503050406030204" pitchFamily="18" charset="0"/>
                                </a:rPr>
                                <m:t>𝑻</m:t>
                              </m:r>
                            </m:sup>
                          </m:sSubSup>
                          <m:r>
                            <a:rPr lang="en-US" sz="1600" b="1" i="1" smtClean="0">
                              <a:latin typeface="Cambria Math" panose="02040503050406030204" pitchFamily="18" charset="0"/>
                            </a:rPr>
                            <m:t>−</m:t>
                          </m:r>
                          <m:sSubSup>
                            <m:sSubSupPr>
                              <m:ctrlPr>
                                <a:rPr lang="en-US" sz="1600" b="1" i="1">
                                  <a:latin typeface="Cambria Math" panose="02040503050406030204" pitchFamily="18" charset="0"/>
                                </a:rPr>
                              </m:ctrlPr>
                            </m:sSubSupPr>
                            <m:e>
                              <m:r>
                                <a:rPr lang="en-US" sz="1600" b="1" i="1" smtClean="0">
                                  <a:latin typeface="Cambria Math" panose="02040503050406030204" pitchFamily="18" charset="0"/>
                                </a:rPr>
                                <m:t>𝑺𝒕𝒓𝒊𝒌𝒆</m:t>
                              </m:r>
                            </m:e>
                            <m:sub>
                              <m:r>
                                <a:rPr lang="en-US" sz="1600" b="1" i="1">
                                  <a:latin typeface="Cambria Math" panose="02040503050406030204" pitchFamily="18" charset="0"/>
                                </a:rPr>
                                <m:t>𝟎</m:t>
                              </m:r>
                            </m:sub>
                            <m:sup>
                              <m:r>
                                <a:rPr lang="en-US" sz="1600" b="1" i="1">
                                  <a:latin typeface="Cambria Math" panose="02040503050406030204" pitchFamily="18" charset="0"/>
                                </a:rPr>
                                <m:t>𝑻</m:t>
                              </m:r>
                            </m:sup>
                          </m:sSubSup>
                        </m:e>
                      </m:d>
                      <m:r>
                        <a:rPr lang="en-US" sz="1600" b="1" i="1" smtClean="0">
                          <a:latin typeface="Cambria Math" panose="02040503050406030204" pitchFamily="18" charset="0"/>
                        </a:rPr>
                        <m:t>𝑿</m:t>
                      </m:r>
                      <m:sSup>
                        <m:sSupPr>
                          <m:ctrlPr>
                            <a:rPr lang="en-US" sz="1600" b="1" i="1">
                              <a:latin typeface="Cambria Math" panose="02040503050406030204" pitchFamily="18" charset="0"/>
                            </a:rPr>
                          </m:ctrlPr>
                        </m:sSupPr>
                        <m:e>
                          <m:r>
                            <a:rPr lang="en-US" sz="1600" b="1" i="1">
                              <a:latin typeface="Cambria Math" panose="02040503050406030204" pitchFamily="18" charset="0"/>
                            </a:rPr>
                            <m:t>𝒅𝒇</m:t>
                          </m:r>
                        </m:e>
                        <m:sup>
                          <m:r>
                            <a:rPr lang="en-US" sz="1600" b="1" i="1">
                              <a:latin typeface="Cambria Math" panose="02040503050406030204" pitchFamily="18" charset="0"/>
                            </a:rPr>
                            <m:t>𝑻</m:t>
                          </m:r>
                          <m:r>
                            <a:rPr lang="en-US" sz="1600" b="1" i="1" smtClean="0">
                              <a:latin typeface="Cambria Math" panose="02040503050406030204" pitchFamily="18" charset="0"/>
                            </a:rPr>
                            <m:t>→</m:t>
                          </m:r>
                          <m:r>
                            <a:rPr lang="en-US" sz="1600" b="1" i="1" smtClean="0">
                              <a:latin typeface="Cambria Math" panose="02040503050406030204" pitchFamily="18" charset="0"/>
                            </a:rPr>
                            <m:t>𝟎</m:t>
                          </m:r>
                        </m:sup>
                      </m:sSup>
                    </m:oMath>
                  </m:oMathPara>
                </a14:m>
                <a:endParaRPr lang="en-US" sz="1600" b="1" dirty="0"/>
              </a:p>
              <a:p>
                <a:endParaRPr lang="en-US" sz="1600" b="1" dirty="0"/>
              </a:p>
              <a:p>
                <a:pPr marL="0" indent="0">
                  <a:buNone/>
                </a:pPr>
                <a:r>
                  <a:rPr lang="en-US" sz="1600" b="1" dirty="0">
                    <a:solidFill>
                      <a:srgbClr val="FF2EA3"/>
                    </a:solidFill>
                  </a:rPr>
                  <a:t>Risk factors</a:t>
                </a:r>
              </a:p>
              <a:p>
                <a:r>
                  <a:rPr lang="en-US" sz="1600" dirty="0"/>
                  <a:t>Bond forwards in this portfolio are risk-free (government/agency) bonds discounted on the USD curve. </a:t>
                </a:r>
              </a:p>
              <a:p>
                <a:r>
                  <a:rPr lang="en-US" sz="1600" dirty="0"/>
                  <a:t>The only risk factor is the USD short rate. This makes them a clean test case: you can validate your rate simulation against analytical bond forward prices before adding equity and FX complexity.</a:t>
                </a:r>
              </a:p>
              <a:p>
                <a:r>
                  <a:rPr lang="en-US" sz="1600" i="1" dirty="0"/>
                  <a:t>Extra credit</a:t>
                </a:r>
                <a:r>
                  <a:rPr lang="en-US" sz="1600" dirty="0"/>
                  <a:t>: if you add issuer credit (CDS curves), the bond prices credit-risky and the forward picks up credit spread as an additional risk factor. Create trades to add this risk.</a:t>
                </a:r>
              </a:p>
            </p:txBody>
          </p:sp>
        </mc:Choice>
        <mc:Fallback xmlns="">
          <p:sp>
            <p:nvSpPr>
              <p:cNvPr id="4" name="Content Placeholder 3">
                <a:extLst>
                  <a:ext uri="{FF2B5EF4-FFF2-40B4-BE49-F238E27FC236}">
                    <a16:creationId xmlns:a16="http://schemas.microsoft.com/office/drawing/2014/main" id="{570BF9D9-5154-B0D6-4E4B-BAF9BF9421EC}"/>
                  </a:ext>
                </a:extLst>
              </p:cNvPr>
              <p:cNvSpPr>
                <a:spLocks noGrp="1" noRot="1" noChangeAspect="1" noMove="1" noResize="1" noEditPoints="1" noAdjustHandles="1" noChangeArrowheads="1" noChangeShapeType="1" noTextEdit="1"/>
              </p:cNvSpPr>
              <p:nvPr>
                <p:ph idx="1"/>
              </p:nvPr>
            </p:nvSpPr>
            <p:spPr>
              <a:xfrm>
                <a:off x="457200" y="1845276"/>
                <a:ext cx="11274552" cy="4555524"/>
              </a:xfrm>
              <a:blipFill>
                <a:blip r:embed="rId2"/>
                <a:stretch>
                  <a:fillRect l="-1081" t="-1473"/>
                </a:stretch>
              </a:blipFill>
            </p:spPr>
            <p:txBody>
              <a:bodyPr/>
              <a:lstStyle/>
              <a:p>
                <a:r>
                  <a:rPr lang="en-US">
                    <a:noFill/>
                  </a:rPr>
                  <a:t> </a:t>
                </a:r>
              </a:p>
            </p:txBody>
          </p:sp>
        </mc:Fallback>
      </mc:AlternateContent>
    </p:spTree>
    <p:extLst>
      <p:ext uri="{BB962C8B-B14F-4D97-AF65-F5344CB8AC3E}">
        <p14:creationId xmlns:p14="http://schemas.microsoft.com/office/powerpoint/2010/main" val="4811034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3EB47D6C-15AE-F24D-D1C9-99C8F37C5248}"/>
              </a:ext>
            </a:extLst>
          </p:cNvPr>
          <p:cNvSpPr>
            <a:spLocks noGrp="1"/>
          </p:cNvSpPr>
          <p:nvPr>
            <p:ph type="title"/>
          </p:nvPr>
        </p:nvSpPr>
        <p:spPr/>
        <p:txBody>
          <a:bodyPr/>
          <a:lstStyle/>
          <a:p>
            <a:r>
              <a:rPr lang="en-US" dirty="0"/>
              <a:t>Exposure and Regulatory Requirements</a:t>
            </a:r>
          </a:p>
        </p:txBody>
      </p:sp>
      <p:sp>
        <p:nvSpPr>
          <p:cNvPr id="7" name="Subtitle 6">
            <a:extLst>
              <a:ext uri="{FF2B5EF4-FFF2-40B4-BE49-F238E27FC236}">
                <a16:creationId xmlns:a16="http://schemas.microsoft.com/office/drawing/2014/main" id="{EC7D47BF-39BC-DD5C-770E-AEC39D3CC696}"/>
              </a:ext>
            </a:extLst>
          </p:cNvPr>
          <p:cNvSpPr>
            <a:spLocks noGrp="1"/>
          </p:cNvSpPr>
          <p:nvPr>
            <p:ph type="subTitle" idx="13"/>
          </p:nvPr>
        </p:nvSpPr>
        <p:spPr/>
        <p:txBody>
          <a:bodyPr/>
          <a:lstStyle/>
          <a:p>
            <a:r>
              <a:rPr lang="en-US" dirty="0"/>
              <a:t>The regulatory purpose of the engine you are building</a:t>
            </a:r>
          </a:p>
          <a:p>
            <a:endParaRPr lang="en-US" dirty="0"/>
          </a:p>
        </p:txBody>
      </p:sp>
      <p:sp>
        <p:nvSpPr>
          <p:cNvPr id="4" name="Content Placeholder 3">
            <a:extLst>
              <a:ext uri="{FF2B5EF4-FFF2-40B4-BE49-F238E27FC236}">
                <a16:creationId xmlns:a16="http://schemas.microsoft.com/office/drawing/2014/main" id="{CBBF5862-0134-D824-9769-FEFDA93B42E6}"/>
              </a:ext>
            </a:extLst>
          </p:cNvPr>
          <p:cNvSpPr>
            <a:spLocks noGrp="1"/>
          </p:cNvSpPr>
          <p:nvPr>
            <p:ph sz="half" idx="1"/>
          </p:nvPr>
        </p:nvSpPr>
        <p:spPr>
          <a:xfrm>
            <a:off x="457200" y="1965960"/>
            <a:ext cx="5187120" cy="4434840"/>
          </a:xfrm>
        </p:spPr>
        <p:txBody>
          <a:bodyPr/>
          <a:lstStyle/>
          <a:p>
            <a:pPr marL="0" indent="0" algn="ctr">
              <a:buNone/>
            </a:pPr>
            <a:r>
              <a:rPr lang="en-US" sz="1800" b="1" dirty="0">
                <a:solidFill>
                  <a:srgbClr val="FF2EA3"/>
                </a:solidFill>
              </a:rPr>
              <a:t>SA-CCR and bank regulatory capital</a:t>
            </a:r>
          </a:p>
          <a:p>
            <a:r>
              <a:rPr lang="en-US" sz="1800" dirty="0"/>
              <a:t>SA-CCR (Standardized Approach for Counterparty Credit Risk) is the Basel III framework banks use to convert exposure into a capital charge: </a:t>
            </a:r>
          </a:p>
          <a:p>
            <a:pPr marL="0" indent="0">
              <a:buNone/>
            </a:pPr>
            <a:r>
              <a:rPr lang="en-US" sz="1800" dirty="0"/>
              <a:t>Exposure at Default (EAD) = alpha x (Replacement Cost + </a:t>
            </a:r>
            <a:r>
              <a:rPr lang="en-US" sz="1800" b="1" dirty="0"/>
              <a:t>PFE</a:t>
            </a:r>
            <a:r>
              <a:rPr lang="en-US" sz="1800" dirty="0"/>
              <a:t> add-on). </a:t>
            </a:r>
          </a:p>
          <a:p>
            <a:r>
              <a:rPr lang="en-US" sz="1800" dirty="0"/>
              <a:t>Banks must hold capital against this EAD. </a:t>
            </a:r>
          </a:p>
          <a:p>
            <a:r>
              <a:rPr lang="en-US" sz="1800" dirty="0"/>
              <a:t>This is what drives demand for Capitolis products — CM helps banks optimize these capital charges.</a:t>
            </a:r>
          </a:p>
          <a:p>
            <a:endParaRPr lang="en-US" sz="1800" dirty="0"/>
          </a:p>
        </p:txBody>
      </p:sp>
      <p:sp>
        <p:nvSpPr>
          <p:cNvPr id="6" name="Content Placeholder 5">
            <a:extLst>
              <a:ext uri="{FF2B5EF4-FFF2-40B4-BE49-F238E27FC236}">
                <a16:creationId xmlns:a16="http://schemas.microsoft.com/office/drawing/2014/main" id="{A9DC07CE-46A8-48CE-13BA-502B8D37FEF3}"/>
              </a:ext>
            </a:extLst>
          </p:cNvPr>
          <p:cNvSpPr>
            <a:spLocks noGrp="1"/>
          </p:cNvSpPr>
          <p:nvPr>
            <p:ph sz="half" idx="2"/>
          </p:nvPr>
        </p:nvSpPr>
        <p:spPr>
          <a:xfrm>
            <a:off x="6263475" y="1965960"/>
            <a:ext cx="5187120" cy="4434840"/>
          </a:xfrm>
        </p:spPr>
        <p:txBody>
          <a:bodyPr/>
          <a:lstStyle/>
          <a:p>
            <a:pPr marL="0" indent="0" algn="ctr">
              <a:buNone/>
            </a:pPr>
            <a:r>
              <a:rPr lang="en-US" sz="1800" b="1" dirty="0">
                <a:solidFill>
                  <a:srgbClr val="FF2EA3"/>
                </a:solidFill>
              </a:rPr>
              <a:t>SEC Rule 18a-1 for SBSDs</a:t>
            </a:r>
          </a:p>
          <a:p>
            <a:r>
              <a:rPr lang="en-US" sz="1800" dirty="0"/>
              <a:t>As a registered SBSD, Capitolis computes net capital under SEC Rule 18a-1.</a:t>
            </a:r>
          </a:p>
          <a:p>
            <a:r>
              <a:rPr lang="en-US" sz="1800" dirty="0"/>
              <a:t>Rule 18a-1 requires specific market risk and </a:t>
            </a:r>
            <a:r>
              <a:rPr lang="en-US" sz="1800" b="1" dirty="0"/>
              <a:t>credit risk charges </a:t>
            </a:r>
            <a:r>
              <a:rPr lang="en-US" sz="1800" dirty="0"/>
              <a:t>on OTC derivative positions. </a:t>
            </a:r>
          </a:p>
          <a:p>
            <a:r>
              <a:rPr lang="en-US" sz="1800" dirty="0"/>
              <a:t>Internal models that produce VaR and </a:t>
            </a:r>
            <a:r>
              <a:rPr lang="en-US" sz="1800" b="1" dirty="0"/>
              <a:t>MPE </a:t>
            </a:r>
            <a:r>
              <a:rPr lang="en-US" sz="1800" dirty="0"/>
              <a:t>feed directly into these capital computations. </a:t>
            </a:r>
          </a:p>
          <a:p>
            <a:pPr marL="0" indent="0">
              <a:buNone/>
            </a:pPr>
            <a:endParaRPr lang="en-US" sz="1800" dirty="0"/>
          </a:p>
        </p:txBody>
      </p:sp>
    </p:spTree>
    <p:extLst>
      <p:ext uri="{BB962C8B-B14F-4D97-AF65-F5344CB8AC3E}">
        <p14:creationId xmlns:p14="http://schemas.microsoft.com/office/powerpoint/2010/main" val="30575749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F2154D-6A8B-EDAA-9A36-9B825AA891AE}"/>
              </a:ext>
            </a:extLst>
          </p:cNvPr>
          <p:cNvSpPr>
            <a:spLocks noGrp="1"/>
          </p:cNvSpPr>
          <p:nvPr>
            <p:ph type="title"/>
          </p:nvPr>
        </p:nvSpPr>
        <p:spPr/>
        <p:txBody>
          <a:bodyPr/>
          <a:lstStyle/>
          <a:p>
            <a:r>
              <a:rPr lang="en-US" b="1" dirty="0"/>
              <a:t>Final Deliverable Descriptions</a:t>
            </a:r>
          </a:p>
        </p:txBody>
      </p:sp>
      <p:sp>
        <p:nvSpPr>
          <p:cNvPr id="4" name="Content Placeholder 3">
            <a:extLst>
              <a:ext uri="{FF2B5EF4-FFF2-40B4-BE49-F238E27FC236}">
                <a16:creationId xmlns:a16="http://schemas.microsoft.com/office/drawing/2014/main" id="{229896E6-13F7-F780-9ECD-D0133A4D81B2}"/>
              </a:ext>
            </a:extLst>
          </p:cNvPr>
          <p:cNvSpPr>
            <a:spLocks noGrp="1"/>
          </p:cNvSpPr>
          <p:nvPr>
            <p:ph sz="half" idx="1"/>
          </p:nvPr>
        </p:nvSpPr>
        <p:spPr/>
        <p:txBody>
          <a:bodyPr/>
          <a:lstStyle/>
          <a:p>
            <a:pPr marL="0" indent="0" algn="ctr">
              <a:buNone/>
            </a:pPr>
            <a:r>
              <a:rPr lang="en-US" sz="1800" b="1" dirty="0">
                <a:solidFill>
                  <a:schemeClr val="accent1"/>
                </a:solidFill>
              </a:rPr>
              <a:t>Simulation Engine Codebase</a:t>
            </a:r>
            <a:endParaRPr lang="en-US" sz="1800" dirty="0">
              <a:solidFill>
                <a:schemeClr val="accent1"/>
              </a:solidFill>
            </a:endParaRPr>
          </a:p>
          <a:p>
            <a:r>
              <a:rPr lang="en-US" sz="1800" dirty="0"/>
              <a:t>Well-documented Python implementation with modular architecture enabling extensions to additional asset classes or model types</a:t>
            </a:r>
          </a:p>
        </p:txBody>
      </p:sp>
      <p:sp>
        <p:nvSpPr>
          <p:cNvPr id="5" name="Content Placeholder 4">
            <a:extLst>
              <a:ext uri="{FF2B5EF4-FFF2-40B4-BE49-F238E27FC236}">
                <a16:creationId xmlns:a16="http://schemas.microsoft.com/office/drawing/2014/main" id="{F822145E-EB90-2998-1370-2E7FCA96DC46}"/>
              </a:ext>
            </a:extLst>
          </p:cNvPr>
          <p:cNvSpPr>
            <a:spLocks noGrp="1"/>
          </p:cNvSpPr>
          <p:nvPr>
            <p:ph sz="half" idx="2"/>
          </p:nvPr>
        </p:nvSpPr>
        <p:spPr>
          <a:xfrm>
            <a:off x="6208776" y="1965959"/>
            <a:ext cx="5522976" cy="4434840"/>
          </a:xfrm>
        </p:spPr>
        <p:txBody>
          <a:bodyPr/>
          <a:lstStyle/>
          <a:p>
            <a:pPr marL="0" indent="0" algn="ctr">
              <a:buNone/>
            </a:pPr>
            <a:r>
              <a:rPr lang="en-US" sz="1800" b="1" dirty="0">
                <a:solidFill>
                  <a:schemeClr val="accent1"/>
                </a:solidFill>
              </a:rPr>
              <a:t>Technical Report</a:t>
            </a:r>
          </a:p>
          <a:p>
            <a:r>
              <a:rPr lang="en-US" sz="1800" dirty="0"/>
              <a:t>Documentation of model calibration methodology against provided market data, with benchmarking of simulated prices against analytical solutions where available. </a:t>
            </a:r>
          </a:p>
          <a:p>
            <a:r>
              <a:rPr lang="en-US" sz="1800" dirty="0"/>
              <a:t>The paper should include technical write-up covering model choices, numerical methods, key results, and suggestions for production hardening. </a:t>
            </a:r>
          </a:p>
          <a:p>
            <a:r>
              <a:rPr lang="en-US" sz="1800" dirty="0"/>
              <a:t>The report should include performance analysis demonstrating computational capabilities, including convergence and optimization metrics</a:t>
            </a:r>
          </a:p>
        </p:txBody>
      </p:sp>
    </p:spTree>
    <p:extLst>
      <p:ext uri="{BB962C8B-B14F-4D97-AF65-F5344CB8AC3E}">
        <p14:creationId xmlns:p14="http://schemas.microsoft.com/office/powerpoint/2010/main" val="27264500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907637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CapitolisBrand2023">
  <a:themeElements>
    <a:clrScheme name="Capitolis New Brand">
      <a:dk1>
        <a:srgbClr val="000000"/>
      </a:dk1>
      <a:lt1>
        <a:srgbClr val="FFFFFF"/>
      </a:lt1>
      <a:dk2>
        <a:srgbClr val="404040"/>
      </a:dk2>
      <a:lt2>
        <a:srgbClr val="D9D9D9"/>
      </a:lt2>
      <a:accent1>
        <a:srgbClr val="E2007E"/>
      </a:accent1>
      <a:accent2>
        <a:srgbClr val="7A0A4A"/>
      </a:accent2>
      <a:accent3>
        <a:srgbClr val="CF54ED"/>
      </a:accent3>
      <a:accent4>
        <a:srgbClr val="380891"/>
      </a:accent4>
      <a:accent5>
        <a:srgbClr val="7A87FF"/>
      </a:accent5>
      <a:accent6>
        <a:srgbClr val="1412DE"/>
      </a:accent6>
      <a:hlink>
        <a:srgbClr val="FF2EA3"/>
      </a:hlink>
      <a:folHlink>
        <a:srgbClr val="FF2EA3"/>
      </a:folHlink>
    </a:clrScheme>
    <a:fontScheme name="Capitolis Fonts">
      <a:majorFont>
        <a:latin typeface="Franklin Gothic Demi"/>
        <a:ea typeface=""/>
        <a:cs typeface=""/>
      </a:majorFont>
      <a:minorFont>
        <a:latin typeface="Franklin Gothic Book"/>
        <a:ea typeface=""/>
        <a:cs typeface=""/>
      </a:minorFont>
    </a:fontScheme>
    <a:fmtScheme name="Capitolis Effects">
      <a:fillStyleLst>
        <a:solidFill>
          <a:schemeClr val="phClr"/>
        </a:solidFill>
        <a:solidFill>
          <a:schemeClr val="phClr"/>
        </a:solidFill>
        <a:solidFill>
          <a:schemeClr val="phClr"/>
        </a:soli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solidFill>
            <a:schemeClr val="phClr"/>
          </a:solidFill>
          <a:prstDash val="solid"/>
          <a:miter lim="800000"/>
        </a:ln>
      </a:lnStyleLst>
      <a:effectStyleLst>
        <a:effectStyle>
          <a:effectLst/>
        </a:effectStyle>
        <a:effectStyle>
          <a:effectLst/>
        </a:effectStyle>
        <a:effectStyle>
          <a:effectLst>
            <a:outerShdw blurRad="127000" dist="63500" dir="2700000" algn="br" rotWithShape="0">
              <a:srgbClr val="000000">
                <a:alpha val="25000"/>
              </a:srgbClr>
            </a:outerShdw>
          </a:effectLst>
        </a:effectStyle>
      </a:effectStyleLst>
      <a:bgFillStyleLst>
        <a:solidFill>
          <a:schemeClr val="phClr"/>
        </a:solidFill>
        <a:solidFill>
          <a:schemeClr val="phClr"/>
        </a:solidFill>
        <a:solidFill>
          <a:schemeClr val="phClr"/>
        </a:solidFill>
      </a:bgFillStyleLst>
    </a:fmtScheme>
  </a:themeElements>
  <a:objectDefaults>
    <a:spDef>
      <a:spPr>
        <a:ln w="12700" cap="flat">
          <a:miter lim="800000"/>
        </a:ln>
      </a:spPr>
      <a:bodyPr/>
      <a:lstStyle>
        <a:defPPr algn="ctr">
          <a:lnSpc>
            <a:spcPct val="100000"/>
          </a:lnSpc>
          <a:defRPr sz="1200"/>
        </a:defPPr>
      </a:lstStyle>
      <a:style>
        <a:lnRef idx="0">
          <a:schemeClr val="accent1"/>
        </a:lnRef>
        <a:fillRef idx="1">
          <a:schemeClr val="accent1"/>
        </a:fillRef>
        <a:effectRef idx="0">
          <a:srgbClr val="000000"/>
        </a:effectRef>
        <a:fontRef idx="minor">
          <a:schemeClr val="tx1"/>
        </a:fontRef>
      </a:style>
    </a:spDef>
    <a:lnDef>
      <a:spPr>
        <a:ln w="12700" cap="flat">
          <a:miter lim="800000"/>
        </a:ln>
      </a:spPr>
      <a:bodyPr/>
      <a:lstStyle/>
      <a:style>
        <a:lnRef idx="1">
          <a:schemeClr val="accent1"/>
        </a:lnRef>
        <a:fillRef idx="0">
          <a:schemeClr val="accent1"/>
        </a:fillRef>
        <a:effectRef idx="0">
          <a:srgbClr val="000000"/>
        </a:effectRef>
        <a:fontRef idx="minor">
          <a:schemeClr val="tx1"/>
        </a:fontRef>
      </a:style>
    </a:lnDef>
    <a:txDef>
      <a:spPr>
        <a:noFill/>
      </a:spPr>
      <a:bodyPr wrap="square" lIns="0" tIns="0" rIns="0" bIns="0" numCol="1" spcCol="182880" rtlCol="0" anchor="t">
        <a:noAutofit/>
      </a:bodyPr>
      <a:lstStyle>
        <a:defPPr marL="182880" indent="-182880" algn="l">
          <a:lnSpc>
            <a:spcPct val="100000"/>
          </a:lnSpc>
          <a:spcBef>
            <a:spcPts val="900"/>
          </a:spcBef>
          <a:buSzPct val="100000"/>
          <a:buFont typeface="Franklin Gothic Book"/>
          <a:buChar char="•"/>
          <a:defRPr sz="1400" dirty="0"/>
        </a:defPPr>
      </a:lstStyle>
    </a:txDef>
  </a:objectDefaults>
  <a:extraClrSchemeLst/>
  <a:custClrLst>
    <a:custClr name="White">
      <a:srgbClr val="FFFFFF"/>
    </a:custClr>
    <a:custClr name="Black">
      <a:srgbClr val="000000"/>
    </a:custClr>
    <a:custClr name="Light Gray">
      <a:srgbClr val="D9D9D9"/>
    </a:custClr>
    <a:custClr name="Dark Gray">
      <a:srgbClr val="404040"/>
    </a:custClr>
    <a:custClr name="Magenta">
      <a:srgbClr val="FF2EA3"/>
    </a:custClr>
    <a:custClr name="Dark Magenta">
      <a:srgbClr val="7A0A4A"/>
    </a:custClr>
    <a:custClr name="Purple">
      <a:srgbClr val="CF54ED"/>
    </a:custClr>
    <a:custClr name="Dark Purple">
      <a:srgbClr val="380891"/>
    </a:custClr>
    <a:custClr name="Blue">
      <a:srgbClr val="7A87FF"/>
    </a:custClr>
    <a:custClr name="Dark Blue">
      <a:srgbClr val="1412DE"/>
    </a:custClr>
  </a:custClrLst>
  <a:extLst>
    <a:ext uri="{05A4C25C-085E-4340-85A3-A5531E510DB2}">
      <thm15:themeFamily xmlns:thm15="http://schemas.microsoft.com/office/thememl/2012/main" name="Capitolis PowerPoint Template 2025.potx" id="{124A37F8-6B6C-4D84-87E8-5404F6ECB933}" vid="{0729A6AD-5F24-4012-901C-461F472916E9}"/>
    </a:ext>
  </a:extLst>
</a:theme>
</file>

<file path=ppt/theme/theme2.xml><?xml version="1.0" encoding="utf-8"?>
<a:theme xmlns:a="http://schemas.openxmlformats.org/drawingml/2006/main" name="Capitolis">
  <a:themeElements>
    <a:clrScheme name="Capitolis Colors">
      <a:dk1>
        <a:srgbClr val="000000"/>
      </a:dk1>
      <a:lt1>
        <a:srgbClr val="FFFFFF"/>
      </a:lt1>
      <a:dk2>
        <a:srgbClr val="404040"/>
      </a:dk2>
      <a:lt2>
        <a:srgbClr val="D9D9D9"/>
      </a:lt2>
      <a:accent1>
        <a:srgbClr val="FF2EA3"/>
      </a:accent1>
      <a:accent2>
        <a:srgbClr val="7A0A4A"/>
      </a:accent2>
      <a:accent3>
        <a:srgbClr val="CF54ED"/>
      </a:accent3>
      <a:accent4>
        <a:srgbClr val="380891"/>
      </a:accent4>
      <a:accent5>
        <a:srgbClr val="7A87FF"/>
      </a:accent5>
      <a:accent6>
        <a:srgbClr val="1412DE"/>
      </a:accent6>
      <a:hlink>
        <a:srgbClr val="FF2EA3"/>
      </a:hlink>
      <a:folHlink>
        <a:srgbClr val="FF2EA3"/>
      </a:folHlink>
    </a:clrScheme>
    <a:fontScheme name="Capitolis Fonts">
      <a:majorFont>
        <a:latin typeface="Franklin Gothic Demi"/>
        <a:ea typeface=""/>
        <a:cs typeface=""/>
      </a:majorFont>
      <a:minorFont>
        <a:latin typeface="Franklin Gothic Book"/>
        <a:ea typeface=""/>
        <a:cs typeface=""/>
      </a:minorFont>
    </a:fontScheme>
    <a:fmtScheme name="Capitolis Effects">
      <a:fillStyleLst>
        <a:solidFill>
          <a:schemeClr val="phClr"/>
        </a:solidFill>
        <a:solidFill>
          <a:schemeClr val="phClr"/>
        </a:solidFill>
        <a:solidFill>
          <a:schemeClr val="phClr"/>
        </a:soli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solidFill>
            <a:schemeClr val="phClr"/>
          </a:solidFill>
          <a:prstDash val="solid"/>
          <a:miter lim="800000"/>
        </a:ln>
      </a:lnStyleLst>
      <a:effectStyleLst>
        <a:effectStyle>
          <a:effectLst/>
        </a:effectStyle>
        <a:effectStyle>
          <a:effectLst/>
        </a:effectStyle>
        <a:effectStyle>
          <a:effectLst>
            <a:outerShdw blurRad="127000" dist="63500" dir="2700000" algn="br" rotWithShape="0">
              <a:srgbClr val="000000">
                <a:alpha val="25000"/>
              </a:srgbClr>
            </a:outerShdw>
          </a:effectLst>
        </a:effectStyle>
      </a:effectStyleLst>
      <a:bgFillStyleLst>
        <a:solidFill>
          <a:schemeClr val="phClr"/>
        </a:solidFill>
        <a:solidFill>
          <a:schemeClr val="phClr"/>
        </a:solidFill>
        <a:solidFill>
          <a:schemeClr val="phClr"/>
        </a:solidFill>
      </a:bgFillStyleLst>
    </a:fmtScheme>
  </a:themeElements>
  <a:objectDefaults>
    <a:spDef>
      <a:spPr>
        <a:ln w="12700" cap="flat">
          <a:miter lim="800000"/>
        </a:ln>
      </a:spPr>
      <a:bodyPr/>
      <a:lstStyle>
        <a:defPPr algn="ctr">
          <a:lnSpc>
            <a:spcPct val="100000"/>
          </a:lnSpc>
          <a:defRPr sz="1200"/>
        </a:defPPr>
      </a:lstStyle>
      <a:style>
        <a:lnRef idx="0">
          <a:schemeClr val="accent1"/>
        </a:lnRef>
        <a:fillRef idx="1">
          <a:schemeClr val="accent1"/>
        </a:fillRef>
        <a:effectRef idx="0">
          <a:srgbClr val="000000"/>
        </a:effectRef>
        <a:fontRef idx="minor">
          <a:schemeClr val="tx1"/>
        </a:fontRef>
      </a:style>
    </a:spDef>
    <a:lnDef>
      <a:spPr>
        <a:ln w="12700" cap="flat">
          <a:miter lim="800000"/>
        </a:ln>
      </a:spPr>
      <a:bodyPr/>
      <a:lstStyle/>
      <a:style>
        <a:lnRef idx="1">
          <a:schemeClr val="accent1"/>
        </a:lnRef>
        <a:fillRef idx="0">
          <a:schemeClr val="accent1"/>
        </a:fillRef>
        <a:effectRef idx="0">
          <a:srgbClr val="000000"/>
        </a:effectRef>
        <a:fontRef idx="minor">
          <a:schemeClr val="tx1"/>
        </a:fontRef>
      </a:style>
    </a:lnDef>
    <a:txDef>
      <a:spPr>
        <a:noFill/>
      </a:spPr>
      <a:bodyPr wrap="square" lIns="0" tIns="0" rIns="0" bIns="0" rtlCol="0">
        <a:noAutofit/>
      </a:bodyPr>
      <a:lstStyle>
        <a:defPPr marL="182880" indent="-182880">
          <a:lnSpc>
            <a:spcPct val="100000"/>
          </a:lnSpc>
          <a:spcBef>
            <a:spcPts val="900"/>
          </a:spcBef>
          <a:buSzPct val="100000"/>
          <a:buFont typeface="Franklin Gothic Book"/>
          <a:buChar char="•"/>
          <a:defRPr sz="1200"/>
        </a:defPPr>
      </a:lstStyle>
    </a:txDef>
  </a:objectDefaults>
  <a:extraClrSchemeLst/>
  <a:custClrLst>
    <a:custClr name="White">
      <a:srgbClr val="FFFFFF"/>
    </a:custClr>
    <a:custClr name="Black">
      <a:srgbClr val="000000"/>
    </a:custClr>
    <a:custClr name="Light Gray">
      <a:srgbClr val="D9D9D9"/>
    </a:custClr>
    <a:custClr name="Dark Gray">
      <a:srgbClr val="404040"/>
    </a:custClr>
    <a:custClr name="Magenta">
      <a:srgbClr val="FF2EA3"/>
    </a:custClr>
    <a:custClr name="Dark Magenta">
      <a:srgbClr val="7A0A4A"/>
    </a:custClr>
    <a:custClr name="Purple">
      <a:srgbClr val="CF54ED"/>
    </a:custClr>
    <a:custClr name="Dark Purple">
      <a:srgbClr val="380891"/>
    </a:custClr>
    <a:custClr name="Blue">
      <a:srgbClr val="7A87FF"/>
    </a:custClr>
    <a:custClr name="Dark Blue">
      <a:srgbClr val="1412DE"/>
    </a:custClr>
  </a:custClrLst>
</a:theme>
</file>

<file path=ppt/theme/theme3.xml><?xml version="1.0" encoding="utf-8"?>
<a:theme xmlns:a="http://schemas.openxmlformats.org/drawingml/2006/main" name="Capitolis">
  <a:themeElements>
    <a:clrScheme name="Capitolis Colors">
      <a:dk1>
        <a:srgbClr val="000000"/>
      </a:dk1>
      <a:lt1>
        <a:srgbClr val="FFFFFF"/>
      </a:lt1>
      <a:dk2>
        <a:srgbClr val="404040"/>
      </a:dk2>
      <a:lt2>
        <a:srgbClr val="D9D9D9"/>
      </a:lt2>
      <a:accent1>
        <a:srgbClr val="FF2EA3"/>
      </a:accent1>
      <a:accent2>
        <a:srgbClr val="7A0A4A"/>
      </a:accent2>
      <a:accent3>
        <a:srgbClr val="CF54ED"/>
      </a:accent3>
      <a:accent4>
        <a:srgbClr val="380891"/>
      </a:accent4>
      <a:accent5>
        <a:srgbClr val="7A87FF"/>
      </a:accent5>
      <a:accent6>
        <a:srgbClr val="1412DE"/>
      </a:accent6>
      <a:hlink>
        <a:srgbClr val="FF2EA3"/>
      </a:hlink>
      <a:folHlink>
        <a:srgbClr val="FF2EA3"/>
      </a:folHlink>
    </a:clrScheme>
    <a:fontScheme name="Capitolis Fonts">
      <a:majorFont>
        <a:latin typeface="Franklin Gothic Demi"/>
        <a:ea typeface=""/>
        <a:cs typeface=""/>
      </a:majorFont>
      <a:minorFont>
        <a:latin typeface="Franklin Gothic Book"/>
        <a:ea typeface=""/>
        <a:cs typeface=""/>
      </a:minorFont>
    </a:fontScheme>
    <a:fmtScheme name="Capitolis Effects">
      <a:fillStyleLst>
        <a:solidFill>
          <a:schemeClr val="phClr"/>
        </a:solidFill>
        <a:solidFill>
          <a:schemeClr val="phClr"/>
        </a:solidFill>
        <a:solidFill>
          <a:schemeClr val="phClr"/>
        </a:soli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solidFill>
            <a:schemeClr val="phClr"/>
          </a:solidFill>
          <a:prstDash val="solid"/>
          <a:miter lim="800000"/>
        </a:ln>
      </a:lnStyleLst>
      <a:effectStyleLst>
        <a:effectStyle>
          <a:effectLst/>
        </a:effectStyle>
        <a:effectStyle>
          <a:effectLst/>
        </a:effectStyle>
        <a:effectStyle>
          <a:effectLst>
            <a:outerShdw blurRad="127000" dist="63500" dir="2700000" algn="br" rotWithShape="0">
              <a:srgbClr val="000000">
                <a:alpha val="25000"/>
              </a:srgbClr>
            </a:outerShdw>
          </a:effectLst>
        </a:effectStyle>
      </a:effectStyleLst>
      <a:bgFillStyleLst>
        <a:solidFill>
          <a:schemeClr val="phClr"/>
        </a:solidFill>
        <a:solidFill>
          <a:schemeClr val="phClr"/>
        </a:solidFill>
        <a:solidFill>
          <a:schemeClr val="phClr"/>
        </a:solidFill>
      </a:bgFillStyleLst>
    </a:fmtScheme>
  </a:themeElements>
  <a:objectDefaults>
    <a:spDef>
      <a:spPr>
        <a:ln w="12700" cap="flat">
          <a:miter lim="800000"/>
        </a:ln>
      </a:spPr>
      <a:bodyPr/>
      <a:lstStyle>
        <a:defPPr algn="ctr">
          <a:lnSpc>
            <a:spcPct val="100000"/>
          </a:lnSpc>
          <a:defRPr sz="1200"/>
        </a:defPPr>
      </a:lstStyle>
      <a:style>
        <a:lnRef idx="0">
          <a:schemeClr val="accent1"/>
        </a:lnRef>
        <a:fillRef idx="1">
          <a:schemeClr val="accent1"/>
        </a:fillRef>
        <a:effectRef idx="0">
          <a:srgbClr val="000000"/>
        </a:effectRef>
        <a:fontRef idx="minor">
          <a:schemeClr val="tx1"/>
        </a:fontRef>
      </a:style>
    </a:spDef>
    <a:lnDef>
      <a:spPr>
        <a:ln w="12700" cap="flat">
          <a:miter lim="800000"/>
        </a:ln>
      </a:spPr>
      <a:bodyPr/>
      <a:lstStyle/>
      <a:style>
        <a:lnRef idx="1">
          <a:schemeClr val="accent1"/>
        </a:lnRef>
        <a:fillRef idx="0">
          <a:schemeClr val="accent1"/>
        </a:fillRef>
        <a:effectRef idx="0">
          <a:srgbClr val="000000"/>
        </a:effectRef>
        <a:fontRef idx="minor">
          <a:schemeClr val="tx1"/>
        </a:fontRef>
      </a:style>
    </a:lnDef>
    <a:txDef>
      <a:spPr>
        <a:noFill/>
      </a:spPr>
      <a:bodyPr wrap="square" lIns="0" tIns="0" rIns="0" bIns="0" rtlCol="0">
        <a:noAutofit/>
      </a:bodyPr>
      <a:lstStyle>
        <a:defPPr marL="182880" indent="-182880">
          <a:lnSpc>
            <a:spcPct val="100000"/>
          </a:lnSpc>
          <a:spcBef>
            <a:spcPts val="900"/>
          </a:spcBef>
          <a:buSzPct val="100000"/>
          <a:buFont typeface="Franklin Gothic Book"/>
          <a:buChar char="•"/>
          <a:defRPr sz="1200"/>
        </a:defPPr>
      </a:lstStyle>
    </a:txDef>
  </a:objectDefaults>
  <a:extraClrSchemeLst/>
  <a:custClrLst>
    <a:custClr name="White">
      <a:srgbClr val="FFFFFF"/>
    </a:custClr>
    <a:custClr name="Black">
      <a:srgbClr val="000000"/>
    </a:custClr>
    <a:custClr name="Light Gray">
      <a:srgbClr val="D9D9D9"/>
    </a:custClr>
    <a:custClr name="Dark Gray">
      <a:srgbClr val="404040"/>
    </a:custClr>
    <a:custClr name="Magenta">
      <a:srgbClr val="FF2EA3"/>
    </a:custClr>
    <a:custClr name="Dark Magenta">
      <a:srgbClr val="7A0A4A"/>
    </a:custClr>
    <a:custClr name="Purple">
      <a:srgbClr val="CF54ED"/>
    </a:custClr>
    <a:custClr name="Dark Purple">
      <a:srgbClr val="380891"/>
    </a:custClr>
    <a:custClr name="Blue">
      <a:srgbClr val="7A87FF"/>
    </a:custClr>
    <a:custClr name="Dark Blue">
      <a:srgbClr val="1412DE"/>
    </a:custClr>
  </a:custClr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_dlc_DocId xmlns="f9280f79-e43b-499e-bbcd-c3fa36b41ffe">24ZDTACUAKQZ-1826312137-280</_dlc_DocId>
    <_dlc_DocIdUrl xmlns="f9280f79-e43b-499e-bbcd-c3fa36b41ffe">
      <Url>https://capitolis.sharepoint.com/sites/Risk2/_layouts/15/DocIdRedir.aspx?ID=24ZDTACUAKQZ-1826312137-280</Url>
      <Description>24ZDTACUAKQZ-1826312137-280</Description>
    </_dlc_DocIdUrl>
  </documentManagement>
</p:properties>
</file>

<file path=customXml/item3.xml><?xml version="1.0" encoding="utf-8"?>
<?mso-contentType ?>
<spe:Receivers xmlns:spe="http://schemas.microsoft.com/sharepoint/events">
  <Receiver>
    <Name>Document ID Generator</Name>
    <Synchronization>Synchronous</Synchronization>
    <Type>10001</Type>
    <SequenceNumber>1000</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10002</Type>
    <SequenceNumber>1001</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10004</Type>
    <SequenceNumber>1002</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10006</Type>
    <SequenceNumber>1003</SequenceNumber>
    <Url/>
    <Assembly>Microsoft.Office.DocumentManagement, Version=16.0.0.0, Culture=neutral, PublicKeyToken=71e9bce111e9429c</Assembly>
    <Class>Microsoft.Office.DocumentManagement.Internal.DocIdHandler</Class>
    <Data/>
    <Filter/>
  </Receiver>
</spe:Receivers>
</file>

<file path=customXml/item4.xml><?xml version="1.0" encoding="utf-8"?>
<ct:contentTypeSchema xmlns:ct="http://schemas.microsoft.com/office/2006/metadata/contentType" xmlns:ma="http://schemas.microsoft.com/office/2006/metadata/properties/metaAttributes" ct:_="" ma:_="" ma:contentTypeName="Document" ma:contentTypeID="0x010100B72132E62642244FAC2F13F8F64A88B7" ma:contentTypeVersion="5" ma:contentTypeDescription="Create a new document." ma:contentTypeScope="" ma:versionID="a64aab931671700f9ac77590ddc40639">
  <xsd:schema xmlns:xsd="http://www.w3.org/2001/XMLSchema" xmlns:xs="http://www.w3.org/2001/XMLSchema" xmlns:p="http://schemas.microsoft.com/office/2006/metadata/properties" xmlns:ns1="http://schemas.microsoft.com/sharepoint/v3" xmlns:ns2="f9280f79-e43b-499e-bbcd-c3fa36b41ffe" xmlns:ns3="6f9cc790-f859-4909-b2bc-ca68c3437629" targetNamespace="http://schemas.microsoft.com/office/2006/metadata/properties" ma:root="true" ma:fieldsID="c74c9cdf5a1d6d5da0e35853711e09aa" ns1:_="" ns2:_="" ns3:_="">
    <xsd:import namespace="http://schemas.microsoft.com/sharepoint/v3"/>
    <xsd:import namespace="f9280f79-e43b-499e-bbcd-c3fa36b41ffe"/>
    <xsd:import namespace="6f9cc790-f859-4909-b2bc-ca68c3437629"/>
    <xsd:element name="properties">
      <xsd:complexType>
        <xsd:sequence>
          <xsd:element name="documentManagement">
            <xsd:complexType>
              <xsd:all>
                <xsd:element ref="ns2:_dlc_DocId" minOccurs="0"/>
                <xsd:element ref="ns2:_dlc_DocIdUrl" minOccurs="0"/>
                <xsd:element ref="ns2:_dlc_DocIdPersistId" minOccurs="0"/>
                <xsd:element ref="ns3:MediaServiceMetadata" minOccurs="0"/>
                <xsd:element ref="ns3:MediaServiceFastMetadata" minOccurs="0"/>
                <xsd:element ref="ns3:MediaServiceSearchProperties" minOccurs="0"/>
                <xsd:element ref="ns1:_ip_UnifiedCompliancePolicyProperties" minOccurs="0"/>
                <xsd:element ref="ns1:_ip_UnifiedCompliancePolicyUIAc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4" nillable="true" ma:displayName="Unified Compliance Policy Properties" ma:hidden="true" ma:internalName="_ip_UnifiedCompliancePolicyProperties">
      <xsd:simpleType>
        <xsd:restriction base="dms:Note"/>
      </xsd:simpleType>
    </xsd:element>
    <xsd:element name="_ip_UnifiedCompliancePolicyUIAction" ma:index="15"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f9280f79-e43b-499e-bbcd-c3fa36b41ffe" elementFormDefault="qualified">
    <xsd:import namespace="http://schemas.microsoft.com/office/2006/documentManagement/types"/>
    <xsd:import namespace="http://schemas.microsoft.com/office/infopath/2007/PartnerControls"/>
    <xsd:element name="_dlc_DocId" ma:index="8" nillable="true" ma:displayName="Document ID Value" ma:description="The value of the document ID assigned to this item." ma:indexed="true" ma:internalName="_dlc_DocId" ma:readOnly="true">
      <xsd:simpleType>
        <xsd:restriction base="dms:Text"/>
      </xsd:simpleType>
    </xsd:element>
    <xsd:element name="_dlc_DocIdUrl" ma:index="9" nillable="true" ma:displayName="Document ID" ma:description="Permanent link to this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10" nillable="true" ma:displayName="Persist ID" ma:description="Keep ID on add." ma:hidden="true" ma:internalName="_dlc_DocIdPersistId" ma:readOnly="true">
      <xsd:simpleType>
        <xsd:restriction base="dms:Boolean"/>
      </xsd:simpleType>
    </xsd:element>
  </xsd:schema>
  <xsd:schema xmlns:xsd="http://www.w3.org/2001/XMLSchema" xmlns:xs="http://www.w3.org/2001/XMLSchema" xmlns:dms="http://schemas.microsoft.com/office/2006/documentManagement/types" xmlns:pc="http://schemas.microsoft.com/office/infopath/2007/PartnerControls" targetNamespace="6f9cc790-f859-4909-b2bc-ca68c3437629"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SearchProperties" ma:index="13"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2C709842-9DB7-42D3-8277-5BEEFBD7BF30}">
  <ds:schemaRefs>
    <ds:schemaRef ds:uri="http://schemas.microsoft.com/sharepoint/v3/contenttype/forms"/>
  </ds:schemaRefs>
</ds:datastoreItem>
</file>

<file path=customXml/itemProps2.xml><?xml version="1.0" encoding="utf-8"?>
<ds:datastoreItem xmlns:ds="http://schemas.openxmlformats.org/officeDocument/2006/customXml" ds:itemID="{1830937D-8463-48B2-88DB-977D08E5B32B}">
  <ds:schemaRefs>
    <ds:schemaRef ds:uri="6b5bdaeb-7a20-46d3-80be-b01809324044"/>
    <ds:schemaRef ds:uri="eb2e2805-657f-496a-9a02-7480c2da17c2"/>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microsoft.com/sharepoint/v3"/>
    <ds:schemaRef ds:uri="http://schemas.openxmlformats.org/package/2006/metadata/core-properties"/>
    <ds:schemaRef ds:uri="http://www.w3.org/XML/1998/namespace"/>
    <ds:schemaRef ds:uri="f9280f79-e43b-499e-bbcd-c3fa36b41ffe"/>
  </ds:schemaRefs>
</ds:datastoreItem>
</file>

<file path=customXml/itemProps3.xml><?xml version="1.0" encoding="utf-8"?>
<ds:datastoreItem xmlns:ds="http://schemas.openxmlformats.org/officeDocument/2006/customXml" ds:itemID="{CB761A63-3E1D-4B13-A801-FB35B30F99B2}">
  <ds:schemaRefs>
    <ds:schemaRef ds:uri="http://schemas.microsoft.com/sharepoint/events"/>
  </ds:schemaRefs>
</ds:datastoreItem>
</file>

<file path=customXml/itemProps4.xml><?xml version="1.0" encoding="utf-8"?>
<ds:datastoreItem xmlns:ds="http://schemas.openxmlformats.org/officeDocument/2006/customXml" ds:itemID="{692F6888-1541-48B2-BC5B-5A58805F85B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f9280f79-e43b-499e-bbcd-c3fa36b41ffe"/>
    <ds:schemaRef ds:uri="6f9cc790-f859-4909-b2bc-ca68c343762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Capitolis PowerPoint Template 2025</Template>
  <TotalTime>293</TotalTime>
  <Words>2472</Words>
  <Application>Microsoft Office PowerPoint</Application>
  <PresentationFormat>Widescreen</PresentationFormat>
  <Paragraphs>254</Paragraphs>
  <Slides>17</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Arial</vt:lpstr>
      <vt:lpstr>Cambria Math</vt:lpstr>
      <vt:lpstr>Franklin Gothic Book</vt:lpstr>
      <vt:lpstr>Franklin Gothic Demi</vt:lpstr>
      <vt:lpstr>CapitolisBrand2023</vt:lpstr>
      <vt:lpstr>Stochastic simulation &amp; derivatives risk engine</vt:lpstr>
      <vt:lpstr>Who is Capitolis</vt:lpstr>
      <vt:lpstr>Capital Marketplace and Efficient Swap Financing</vt:lpstr>
      <vt:lpstr>The Capitolis team</vt:lpstr>
      <vt:lpstr>Project objectives</vt:lpstr>
      <vt:lpstr>Materials provided vs. your responsibilities</vt:lpstr>
      <vt:lpstr>Pricing Models</vt:lpstr>
      <vt:lpstr>Exposure and PFE</vt:lpstr>
      <vt:lpstr>Key assumptions</vt:lpstr>
      <vt:lpstr>Project timeline</vt:lpstr>
      <vt:lpstr>Appendices</vt:lpstr>
      <vt:lpstr>TRS: Passing on all gains for equities (and bonds!) </vt:lpstr>
      <vt:lpstr>Compo: TRS Performance Leg in USD, Funding Leg in USD </vt:lpstr>
      <vt:lpstr>Bond forward: agreeing today on a future bond price</vt:lpstr>
      <vt:lpstr>Exposure and Regulatory Requirements</vt:lpstr>
      <vt:lpstr>Final Deliverable Descriptions</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Brian Zilberfarb</dc:creator>
  <cp:keywords/>
  <dc:description/>
  <cp:lastModifiedBy>Jed Serby</cp:lastModifiedBy>
  <cp:revision>9</cp:revision>
  <dcterms:created xsi:type="dcterms:W3CDTF">2026-04-23T17:47:44Z</dcterms:created>
  <dcterms:modified xsi:type="dcterms:W3CDTF">2026-08-18T20:28:53Z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ediaServiceImageTags">
    <vt:lpwstr/>
  </property>
  <property fmtid="{D5CDD505-2E9C-101B-9397-08002B2CF9AE}" pid="3" name="ContentTypeId">
    <vt:lpwstr>0x010100B72132E62642244FAC2F13F8F64A88B7</vt:lpwstr>
  </property>
  <property fmtid="{D5CDD505-2E9C-101B-9397-08002B2CF9AE}" pid="4" name="_dlc_DocIdItemGuid">
    <vt:lpwstr>82ecc5b8-e3c2-4fb5-967d-49156b94c324</vt:lpwstr>
  </property>
</Properties>
</file>